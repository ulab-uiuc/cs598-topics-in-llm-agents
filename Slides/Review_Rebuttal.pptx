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6" r:id="rId1"/>
  </p:sldMasterIdLst>
  <p:notesMasterIdLst>
    <p:notesMasterId r:id="rId19"/>
  </p:notesMasterIdLst>
  <p:handoutMasterIdLst>
    <p:handoutMasterId r:id="rId20"/>
  </p:handoutMasterIdLst>
  <p:sldIdLst>
    <p:sldId id="2454" r:id="rId2"/>
    <p:sldId id="2571" r:id="rId3"/>
    <p:sldId id="2570" r:id="rId4"/>
    <p:sldId id="2572" r:id="rId5"/>
    <p:sldId id="2599" r:id="rId6"/>
    <p:sldId id="2595" r:id="rId7"/>
    <p:sldId id="2596" r:id="rId8"/>
    <p:sldId id="2597" r:id="rId9"/>
    <p:sldId id="2598" r:id="rId10"/>
    <p:sldId id="2600" r:id="rId11"/>
    <p:sldId id="2607" r:id="rId12"/>
    <p:sldId id="2601" r:id="rId13"/>
    <p:sldId id="2603" r:id="rId14"/>
    <p:sldId id="2604" r:id="rId15"/>
    <p:sldId id="2567" r:id="rId16"/>
    <p:sldId id="2605" r:id="rId17"/>
    <p:sldId id="2606" r:id="rId18"/>
  </p:sldIdLst>
  <p:sldSz cx="12192000" cy="6858000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564" userDrawn="1">
          <p15:clr>
            <a:srgbClr val="A4A3A4"/>
          </p15:clr>
        </p15:guide>
        <p15:guide id="3" pos="415" userDrawn="1">
          <p15:clr>
            <a:srgbClr val="A4A3A4"/>
          </p15:clr>
        </p15:guide>
        <p15:guide id="4" pos="726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04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AD9EF60-9446-0A80-A40E-D01AD0F71BD9}" name="Yao, Jinwei" initials="YJ" userId="S::jinweiy@illinois.edu::e7bb2eae-67cf-4a66-b515-f5b292cddbf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5F05"/>
    <a:srgbClr val="2B59AC"/>
    <a:srgbClr val="676767"/>
    <a:srgbClr val="002A52"/>
    <a:srgbClr val="FFA22E"/>
    <a:srgbClr val="3B2079"/>
    <a:srgbClr val="0000FF"/>
    <a:srgbClr val="0432FF"/>
    <a:srgbClr val="008000"/>
    <a:srgbClr val="93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3A45E2-0D29-E245-BB1C-47EF083A8AC0}" v="17" dt="2025-04-15T20:02:38.734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703"/>
  </p:normalViewPr>
  <p:slideViewPr>
    <p:cSldViewPr snapToGrid="0">
      <p:cViewPr>
        <p:scale>
          <a:sx n="99" d="100"/>
          <a:sy n="99" d="100"/>
        </p:scale>
        <p:origin x="2112" y="1120"/>
      </p:cViewPr>
      <p:guideLst>
        <p:guide orient="horz" pos="2160"/>
        <p:guide pos="5564"/>
        <p:guide pos="415"/>
        <p:guide pos="726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o, Jinwei" userId="S::jinweiy@illinois.edu::e7bb2eae-67cf-4a66-b515-f5b292cddbf3" providerId="AD" clId="Web-{7A756548-7155-BC4E-3DF9-82AB0015AC46}"/>
    <pc:docChg chg="mod addSld delSld modSld">
      <pc:chgData name="Yao, Jinwei" userId="S::jinweiy@illinois.edu::e7bb2eae-67cf-4a66-b515-f5b292cddbf3" providerId="AD" clId="Web-{7A756548-7155-BC4E-3DF9-82AB0015AC46}" dt="2025-01-20T02:39:51.839" v="3251"/>
      <pc:docMkLst>
        <pc:docMk/>
      </pc:docMkLst>
      <pc:sldChg chg="delSp modSp">
        <pc:chgData name="Yao, Jinwei" userId="S::jinweiy@illinois.edu::e7bb2eae-67cf-4a66-b515-f5b292cddbf3" providerId="AD" clId="Web-{7A756548-7155-BC4E-3DF9-82AB0015AC46}" dt="2025-01-19T01:07:25.108" v="35" actId="20577"/>
        <pc:sldMkLst>
          <pc:docMk/>
          <pc:sldMk cId="3086503586" sldId="2454"/>
        </pc:sldMkLst>
        <pc:spChg chg="mod">
          <ac:chgData name="Yao, Jinwei" userId="S::jinweiy@illinois.edu::e7bb2eae-67cf-4a66-b515-f5b292cddbf3" providerId="AD" clId="Web-{7A756548-7155-BC4E-3DF9-82AB0015AC46}" dt="2025-01-19T01:07:25.108" v="35" actId="20577"/>
          <ac:spMkLst>
            <pc:docMk/>
            <pc:sldMk cId="3086503586" sldId="2454"/>
            <ac:spMk id="9" creationId="{0A9FC2D7-032D-47EB-803D-B3D62F42C74E}"/>
          </ac:spMkLst>
        </pc:spChg>
      </pc:sldChg>
      <pc:sldChg chg="addSp delSp modSp">
        <pc:chgData name="Yao, Jinwei" userId="S::jinweiy@illinois.edu::e7bb2eae-67cf-4a66-b515-f5b292cddbf3" providerId="AD" clId="Web-{7A756548-7155-BC4E-3DF9-82AB0015AC46}" dt="2025-01-19T01:22:35.539" v="131" actId="1076"/>
        <pc:sldMkLst>
          <pc:docMk/>
          <pc:sldMk cId="3285069267" sldId="2529"/>
        </pc:sldMkLst>
      </pc:sldChg>
      <pc:sldChg chg="delSp modSp">
        <pc:chgData name="Yao, Jinwei" userId="S::jinweiy@illinois.edu::e7bb2eae-67cf-4a66-b515-f5b292cddbf3" providerId="AD" clId="Web-{7A756548-7155-BC4E-3DF9-82AB0015AC46}" dt="2025-01-20T02:39:51.839" v="3251"/>
        <pc:sldMkLst>
          <pc:docMk/>
          <pc:sldMk cId="2024099689" sldId="2530"/>
        </pc:sldMkLst>
      </pc:sldChg>
      <pc:sldChg chg="addSp delSp modSp">
        <pc:chgData name="Yao, Jinwei" userId="S::jinweiy@illinois.edu::e7bb2eae-67cf-4a66-b515-f5b292cddbf3" providerId="AD" clId="Web-{7A756548-7155-BC4E-3DF9-82AB0015AC46}" dt="2025-01-19T02:59:02.582" v="958" actId="20577"/>
        <pc:sldMkLst>
          <pc:docMk/>
          <pc:sldMk cId="828450307" sldId="2531"/>
        </pc:sldMkLst>
      </pc:sldChg>
      <pc:sldChg chg="del">
        <pc:chgData name="Yao, Jinwei" userId="S::jinweiy@illinois.edu::e7bb2eae-67cf-4a66-b515-f5b292cddbf3" providerId="AD" clId="Web-{7A756548-7155-BC4E-3DF9-82AB0015AC46}" dt="2025-01-19T01:19:51.702" v="103"/>
        <pc:sldMkLst>
          <pc:docMk/>
          <pc:sldMk cId="2175636449" sldId="2532"/>
        </pc:sldMkLst>
      </pc:sldChg>
      <pc:sldChg chg="delSp modSp">
        <pc:chgData name="Yao, Jinwei" userId="S::jinweiy@illinois.edu::e7bb2eae-67cf-4a66-b515-f5b292cddbf3" providerId="AD" clId="Web-{7A756548-7155-BC4E-3DF9-82AB0015AC46}" dt="2025-01-20T00:07:45.920" v="3246"/>
        <pc:sldMkLst>
          <pc:docMk/>
          <pc:sldMk cId="3545514664" sldId="2533"/>
        </pc:sldMkLst>
      </pc:sldChg>
      <pc:sldChg chg="addSp delSp modSp">
        <pc:chgData name="Yao, Jinwei" userId="S::jinweiy@illinois.edu::e7bb2eae-67cf-4a66-b515-f5b292cddbf3" providerId="AD" clId="Web-{7A756548-7155-BC4E-3DF9-82AB0015AC46}" dt="2025-01-20T00:20:24.986" v="3249" actId="1076"/>
        <pc:sldMkLst>
          <pc:docMk/>
          <pc:sldMk cId="3490020487" sldId="2534"/>
        </pc:sldMkLst>
      </pc:sldChg>
      <pc:sldChg chg="delSp del">
        <pc:chgData name="Yao, Jinwei" userId="S::jinweiy@illinois.edu::e7bb2eae-67cf-4a66-b515-f5b292cddbf3" providerId="AD" clId="Web-{7A756548-7155-BC4E-3DF9-82AB0015AC46}" dt="2025-01-19T01:42:21.660" v="326"/>
        <pc:sldMkLst>
          <pc:docMk/>
          <pc:sldMk cId="2666654684" sldId="2535"/>
        </pc:sldMkLst>
      </pc:sldChg>
      <pc:sldChg chg="del">
        <pc:chgData name="Yao, Jinwei" userId="S::jinweiy@illinois.edu::e7bb2eae-67cf-4a66-b515-f5b292cddbf3" providerId="AD" clId="Web-{7A756548-7155-BC4E-3DF9-82AB0015AC46}" dt="2025-01-19T02:37:22.814" v="724"/>
        <pc:sldMkLst>
          <pc:docMk/>
          <pc:sldMk cId="3205500673" sldId="2536"/>
        </pc:sldMkLst>
      </pc:sldChg>
      <pc:sldChg chg="addSp delSp modSp">
        <pc:chgData name="Yao, Jinwei" userId="S::jinweiy@illinois.edu::e7bb2eae-67cf-4a66-b515-f5b292cddbf3" providerId="AD" clId="Web-{7A756548-7155-BC4E-3DF9-82AB0015AC46}" dt="2025-01-19T05:53:02.552" v="2096" actId="1076"/>
        <pc:sldMkLst>
          <pc:docMk/>
          <pc:sldMk cId="1837605648" sldId="2537"/>
        </pc:sldMkLst>
      </pc:sldChg>
      <pc:sldChg chg="addSp delSp modSp add replId">
        <pc:chgData name="Yao, Jinwei" userId="S::jinweiy@illinois.edu::e7bb2eae-67cf-4a66-b515-f5b292cddbf3" providerId="AD" clId="Web-{7A756548-7155-BC4E-3DF9-82AB0015AC46}" dt="2025-01-19T02:56:08.705" v="935" actId="1076"/>
        <pc:sldMkLst>
          <pc:docMk/>
          <pc:sldMk cId="1613862953" sldId="2538"/>
        </pc:sldMkLst>
      </pc:sldChg>
      <pc:sldChg chg="addSp modSp add del replId">
        <pc:chgData name="Yao, Jinwei" userId="S::jinweiy@illinois.edu::e7bb2eae-67cf-4a66-b515-f5b292cddbf3" providerId="AD" clId="Web-{7A756548-7155-BC4E-3DF9-82AB0015AC46}" dt="2025-01-19T05:04:00.135" v="1384"/>
        <pc:sldMkLst>
          <pc:docMk/>
          <pc:sldMk cId="1067885069" sldId="2539"/>
        </pc:sldMkLst>
      </pc:sldChg>
      <pc:sldChg chg="add del replId">
        <pc:chgData name="Yao, Jinwei" userId="S::jinweiy@illinois.edu::e7bb2eae-67cf-4a66-b515-f5b292cddbf3" providerId="AD" clId="Web-{7A756548-7155-BC4E-3DF9-82AB0015AC46}" dt="2025-01-19T02:51:38.344" v="887"/>
        <pc:sldMkLst>
          <pc:docMk/>
          <pc:sldMk cId="2821274158" sldId="2539"/>
        </pc:sldMkLst>
      </pc:sldChg>
      <pc:sldChg chg="modSp add replId">
        <pc:chgData name="Yao, Jinwei" userId="S::jinweiy@illinois.edu::e7bb2eae-67cf-4a66-b515-f5b292cddbf3" providerId="AD" clId="Web-{7A756548-7155-BC4E-3DF9-82AB0015AC46}" dt="2025-01-19T04:57:27.460" v="1337" actId="20577"/>
        <pc:sldMkLst>
          <pc:docMk/>
          <pc:sldMk cId="435704204" sldId="2540"/>
        </pc:sldMkLst>
      </pc:sldChg>
      <pc:sldChg chg="modSp add replId">
        <pc:chgData name="Yao, Jinwei" userId="S::jinweiy@illinois.edu::e7bb2eae-67cf-4a66-b515-f5b292cddbf3" providerId="AD" clId="Web-{7A756548-7155-BC4E-3DF9-82AB0015AC46}" dt="2025-01-19T05:52:20.036" v="2093" actId="20577"/>
        <pc:sldMkLst>
          <pc:docMk/>
          <pc:sldMk cId="2600951506" sldId="2541"/>
        </pc:sldMkLst>
      </pc:sldChg>
      <pc:sldChg chg="addSp delSp modSp new">
        <pc:chgData name="Yao, Jinwei" userId="S::jinweiy@illinois.edu::e7bb2eae-67cf-4a66-b515-f5b292cddbf3" providerId="AD" clId="Web-{7A756548-7155-BC4E-3DF9-82AB0015AC46}" dt="2025-01-20T00:19:37.439" v="3248" actId="20577"/>
        <pc:sldMkLst>
          <pc:docMk/>
          <pc:sldMk cId="1267394768" sldId="2542"/>
        </pc:sldMkLst>
      </pc:sldChg>
      <pc:sldChg chg="modSp add replId">
        <pc:chgData name="Yao, Jinwei" userId="S::jinweiy@illinois.edu::e7bb2eae-67cf-4a66-b515-f5b292cddbf3" providerId="AD" clId="Web-{7A756548-7155-BC4E-3DF9-82AB0015AC46}" dt="2025-01-19T05:35:14.040" v="1804" actId="20577"/>
        <pc:sldMkLst>
          <pc:docMk/>
          <pc:sldMk cId="3539034278" sldId="2543"/>
        </pc:sldMkLst>
      </pc:sldChg>
      <pc:sldChg chg="modSp add replId">
        <pc:chgData name="Yao, Jinwei" userId="S::jinweiy@illinois.edu::e7bb2eae-67cf-4a66-b515-f5b292cddbf3" providerId="AD" clId="Web-{7A756548-7155-BC4E-3DF9-82AB0015AC46}" dt="2025-01-19T05:36:31.493" v="1819" actId="20577"/>
        <pc:sldMkLst>
          <pc:docMk/>
          <pc:sldMk cId="15212653" sldId="2544"/>
        </pc:sldMkLst>
      </pc:sldChg>
      <pc:sldChg chg="modSp add replId">
        <pc:chgData name="Yao, Jinwei" userId="S::jinweiy@illinois.edu::e7bb2eae-67cf-4a66-b515-f5b292cddbf3" providerId="AD" clId="Web-{7A756548-7155-BC4E-3DF9-82AB0015AC46}" dt="2025-01-19T05:40:50.401" v="1870" actId="1076"/>
        <pc:sldMkLst>
          <pc:docMk/>
          <pc:sldMk cId="1541709714" sldId="2545"/>
        </pc:sldMkLst>
      </pc:sldChg>
      <pc:sldChg chg="addSp delSp modSp add replId">
        <pc:chgData name="Yao, Jinwei" userId="S::jinweiy@illinois.edu::e7bb2eae-67cf-4a66-b515-f5b292cddbf3" providerId="AD" clId="Web-{7A756548-7155-BC4E-3DF9-82AB0015AC46}" dt="2025-01-19T07:32:24.758" v="3244" actId="20577"/>
        <pc:sldMkLst>
          <pc:docMk/>
          <pc:sldMk cId="2437951857" sldId="2546"/>
        </pc:sldMkLst>
      </pc:sldChg>
      <pc:sldChg chg="addSp delSp modSp add replId">
        <pc:chgData name="Yao, Jinwei" userId="S::jinweiy@illinois.edu::e7bb2eae-67cf-4a66-b515-f5b292cddbf3" providerId="AD" clId="Web-{7A756548-7155-BC4E-3DF9-82AB0015AC46}" dt="2025-01-19T05:52:39.864" v="2095" actId="20577"/>
        <pc:sldMkLst>
          <pc:docMk/>
          <pc:sldMk cId="155669644" sldId="2547"/>
        </pc:sldMkLst>
      </pc:sldChg>
      <pc:sldChg chg="modSp add replId">
        <pc:chgData name="Yao, Jinwei" userId="S::jinweiy@illinois.edu::e7bb2eae-67cf-4a66-b515-f5b292cddbf3" providerId="AD" clId="Web-{7A756548-7155-BC4E-3DF9-82AB0015AC46}" dt="2025-01-19T05:54:52.951" v="2145" actId="20577"/>
        <pc:sldMkLst>
          <pc:docMk/>
          <pc:sldMk cId="2471840090" sldId="2548"/>
        </pc:sldMkLst>
      </pc:sldChg>
      <pc:sldChg chg="modSp add replId">
        <pc:chgData name="Yao, Jinwei" userId="S::jinweiy@illinois.edu::e7bb2eae-67cf-4a66-b515-f5b292cddbf3" providerId="AD" clId="Web-{7A756548-7155-BC4E-3DF9-82AB0015AC46}" dt="2025-01-19T06:56:58.862" v="3125" actId="20577"/>
        <pc:sldMkLst>
          <pc:docMk/>
          <pc:sldMk cId="1530515293" sldId="2549"/>
        </pc:sldMkLst>
      </pc:sldChg>
      <pc:sldChg chg="add del replId">
        <pc:chgData name="Yao, Jinwei" userId="S::jinweiy@illinois.edu::e7bb2eae-67cf-4a66-b515-f5b292cddbf3" providerId="AD" clId="Web-{7A756548-7155-BC4E-3DF9-82AB0015AC46}" dt="2025-01-19T05:56:19.264" v="2151"/>
        <pc:sldMkLst>
          <pc:docMk/>
          <pc:sldMk cId="3253834891" sldId="2550"/>
        </pc:sldMkLst>
      </pc:sldChg>
      <pc:sldChg chg="modSp add replId">
        <pc:chgData name="Yao, Jinwei" userId="S::jinweiy@illinois.edu::e7bb2eae-67cf-4a66-b515-f5b292cddbf3" providerId="AD" clId="Web-{7A756548-7155-BC4E-3DF9-82AB0015AC46}" dt="2025-01-19T06:12:57.281" v="2501" actId="20577"/>
        <pc:sldMkLst>
          <pc:docMk/>
          <pc:sldMk cId="3900553750" sldId="2550"/>
        </pc:sldMkLst>
      </pc:sldChg>
      <pc:sldChg chg="addSp delSp modSp add replId">
        <pc:chgData name="Yao, Jinwei" userId="S::jinweiy@illinois.edu::e7bb2eae-67cf-4a66-b515-f5b292cddbf3" providerId="AD" clId="Web-{7A756548-7155-BC4E-3DF9-82AB0015AC46}" dt="2025-01-19T07:02:37.798" v="3159" actId="20577"/>
        <pc:sldMkLst>
          <pc:docMk/>
          <pc:sldMk cId="1347484512" sldId="2551"/>
        </pc:sldMkLst>
      </pc:sldChg>
      <pc:sldChg chg="modSp add replId">
        <pc:chgData name="Yao, Jinwei" userId="S::jinweiy@illinois.edu::e7bb2eae-67cf-4a66-b515-f5b292cddbf3" providerId="AD" clId="Web-{7A756548-7155-BC4E-3DF9-82AB0015AC46}" dt="2025-01-19T06:40:38.769" v="2941" actId="20577"/>
        <pc:sldMkLst>
          <pc:docMk/>
          <pc:sldMk cId="3903634529" sldId="2552"/>
        </pc:sldMkLst>
      </pc:sldChg>
      <pc:sldChg chg="modSp add replId">
        <pc:chgData name="Yao, Jinwei" userId="S::jinweiy@illinois.edu::e7bb2eae-67cf-4a66-b515-f5b292cddbf3" providerId="AD" clId="Web-{7A756548-7155-BC4E-3DF9-82AB0015AC46}" dt="2025-01-19T07:04:03.787" v="3191" actId="20577"/>
        <pc:sldMkLst>
          <pc:docMk/>
          <pc:sldMk cId="696745592" sldId="2553"/>
        </pc:sldMkLst>
      </pc:sldChg>
    </pc:docChg>
  </pc:docChgLst>
  <pc:docChgLst>
    <pc:chgData name="Yao, Jinwei" userId="S::jinweiy@illinois.edu::e7bb2eae-67cf-4a66-b515-f5b292cddbf3" providerId="AD" clId="Web-{168F9E34-7D56-EBCA-930C-10616E9CC031}"/>
    <pc:docChg chg="modSld">
      <pc:chgData name="Yao, Jinwei" userId="S::jinweiy@illinois.edu::e7bb2eae-67cf-4a66-b515-f5b292cddbf3" providerId="AD" clId="Web-{168F9E34-7D56-EBCA-930C-10616E9CC031}" dt="2025-01-20T16:19:38.577" v="9" actId="1076"/>
      <pc:docMkLst>
        <pc:docMk/>
      </pc:docMkLst>
      <pc:sldChg chg="addSp modSp">
        <pc:chgData name="Yao, Jinwei" userId="S::jinweiy@illinois.edu::e7bb2eae-67cf-4a66-b515-f5b292cddbf3" providerId="AD" clId="Web-{168F9E34-7D56-EBCA-930C-10616E9CC031}" dt="2025-01-20T16:19:38.577" v="9" actId="1076"/>
        <pc:sldMkLst>
          <pc:docMk/>
          <pc:sldMk cId="3766763601" sldId="2528"/>
        </pc:sldMkLst>
      </pc:sldChg>
    </pc:docChg>
  </pc:docChgLst>
  <pc:docChgLst>
    <pc:chgData name="Yao, Jinwei" userId="S::jinweiy@illinois.edu::e7bb2eae-67cf-4a66-b515-f5b292cddbf3" providerId="AD" clId="Web-{DB32CF87-02C5-76BD-F497-D212B4322BDD}"/>
    <pc:docChg chg="addSld delSld">
      <pc:chgData name="Yao, Jinwei" userId="S::jinweiy@illinois.edu::e7bb2eae-67cf-4a66-b515-f5b292cddbf3" providerId="AD" clId="Web-{DB32CF87-02C5-76BD-F497-D212B4322BDD}" dt="2025-04-08T22:15:38.227" v="1"/>
      <pc:docMkLst>
        <pc:docMk/>
      </pc:docMkLst>
      <pc:sldChg chg="add del replId">
        <pc:chgData name="Yao, Jinwei" userId="S::jinweiy@illinois.edu::e7bb2eae-67cf-4a66-b515-f5b292cddbf3" providerId="AD" clId="Web-{DB32CF87-02C5-76BD-F497-D212B4322BDD}" dt="2025-04-08T22:15:38.227" v="1"/>
        <pc:sldMkLst>
          <pc:docMk/>
          <pc:sldMk cId="1961932812" sldId="2567"/>
        </pc:sldMkLst>
      </pc:sldChg>
    </pc:docChg>
  </pc:docChgLst>
  <pc:docChgLst>
    <pc:chgData name="You, Jiaxuan" userId="c2504fba-d88a-4283-942c-9b63d8265259" providerId="ADAL" clId="{1E773C42-0A6D-3E4D-A565-1B557BD31925}"/>
    <pc:docChg chg="custSel addSld modSld">
      <pc:chgData name="You, Jiaxuan" userId="c2504fba-d88a-4283-942c-9b63d8265259" providerId="ADAL" clId="{1E773C42-0A6D-3E4D-A565-1B557BD31925}" dt="2025-04-08T20:34:38.791" v="147" actId="113"/>
      <pc:docMkLst>
        <pc:docMk/>
      </pc:docMkLst>
      <pc:sldChg chg="modSp add mod">
        <pc:chgData name="You, Jiaxuan" userId="c2504fba-d88a-4283-942c-9b63d8265259" providerId="ADAL" clId="{1E773C42-0A6D-3E4D-A565-1B557BD31925}" dt="2025-04-08T20:34:38.791" v="147" actId="113"/>
        <pc:sldMkLst>
          <pc:docMk/>
          <pc:sldMk cId="2934246429" sldId="2566"/>
        </pc:sldMkLst>
      </pc:sldChg>
    </pc:docChg>
  </pc:docChgLst>
  <pc:docChgLst>
    <pc:chgData name="Yao, Jinwei" userId="S::jinweiy@illinois.edu::e7bb2eae-67cf-4a66-b515-f5b292cddbf3" providerId="AD" clId="Web-{A0252696-0A10-EDE6-FEA2-A70D2368CD6A}"/>
    <pc:docChg chg="modSld">
      <pc:chgData name="Yao, Jinwei" userId="S::jinweiy@illinois.edu::e7bb2eae-67cf-4a66-b515-f5b292cddbf3" providerId="AD" clId="Web-{A0252696-0A10-EDE6-FEA2-A70D2368CD6A}" dt="2025-01-21T04:09:44.934" v="35"/>
      <pc:docMkLst>
        <pc:docMk/>
      </pc:docMkLst>
      <pc:sldChg chg="addSp delSp modSp">
        <pc:chgData name="Yao, Jinwei" userId="S::jinweiy@illinois.edu::e7bb2eae-67cf-4a66-b515-f5b292cddbf3" providerId="AD" clId="Web-{A0252696-0A10-EDE6-FEA2-A70D2368CD6A}" dt="2025-01-21T04:09:44.934" v="35"/>
        <pc:sldMkLst>
          <pc:docMk/>
          <pc:sldMk cId="2437951857" sldId="2546"/>
        </pc:sldMkLst>
      </pc:sldChg>
      <pc:sldChg chg="modSp">
        <pc:chgData name="Yao, Jinwei" userId="S::jinweiy@illinois.edu::e7bb2eae-67cf-4a66-b515-f5b292cddbf3" providerId="AD" clId="Web-{A0252696-0A10-EDE6-FEA2-A70D2368CD6A}" dt="2025-01-21T04:07:11.886" v="23" actId="1076"/>
        <pc:sldMkLst>
          <pc:docMk/>
          <pc:sldMk cId="1530515293" sldId="2549"/>
        </pc:sldMkLst>
      </pc:sldChg>
      <pc:sldChg chg="modSp">
        <pc:chgData name="Yao, Jinwei" userId="S::jinweiy@illinois.edu::e7bb2eae-67cf-4a66-b515-f5b292cddbf3" providerId="AD" clId="Web-{A0252696-0A10-EDE6-FEA2-A70D2368CD6A}" dt="2025-01-21T04:01:31.068" v="1" actId="20577"/>
        <pc:sldMkLst>
          <pc:docMk/>
          <pc:sldMk cId="3900553750" sldId="2550"/>
        </pc:sldMkLst>
      </pc:sldChg>
      <pc:sldChg chg="modSp">
        <pc:chgData name="Yao, Jinwei" userId="S::jinweiy@illinois.edu::e7bb2eae-67cf-4a66-b515-f5b292cddbf3" providerId="AD" clId="Web-{A0252696-0A10-EDE6-FEA2-A70D2368CD6A}" dt="2025-01-21T04:06:38.198" v="16" actId="20577"/>
        <pc:sldMkLst>
          <pc:docMk/>
          <pc:sldMk cId="1347484512" sldId="2551"/>
        </pc:sldMkLst>
      </pc:sldChg>
      <pc:sldChg chg="modSp">
        <pc:chgData name="Yao, Jinwei" userId="S::jinweiy@illinois.edu::e7bb2eae-67cf-4a66-b515-f5b292cddbf3" providerId="AD" clId="Web-{A0252696-0A10-EDE6-FEA2-A70D2368CD6A}" dt="2025-01-21T04:06:25.495" v="13" actId="20577"/>
        <pc:sldMkLst>
          <pc:docMk/>
          <pc:sldMk cId="696745592" sldId="2553"/>
        </pc:sldMkLst>
      </pc:sldChg>
    </pc:docChg>
  </pc:docChgLst>
  <pc:docChgLst>
    <pc:chgData name="Yao, Jinwei" userId="S::jinweiy@illinois.edu::e7bb2eae-67cf-4a66-b515-f5b292cddbf3" providerId="AD" clId="Web-{3C9CCA12-5D91-9B95-A5D8-2110FB4B8070}"/>
    <pc:docChg chg="modSld">
      <pc:chgData name="Yao, Jinwei" userId="S::jinweiy@illinois.edu::e7bb2eae-67cf-4a66-b515-f5b292cddbf3" providerId="AD" clId="Web-{3C9CCA12-5D91-9B95-A5D8-2110FB4B8070}" dt="2025-01-22T00:02:35.583" v="39" actId="20577"/>
      <pc:docMkLst>
        <pc:docMk/>
      </pc:docMkLst>
      <pc:sldChg chg="addSp delSp modSp">
        <pc:chgData name="Yao, Jinwei" userId="S::jinweiy@illinois.edu::e7bb2eae-67cf-4a66-b515-f5b292cddbf3" providerId="AD" clId="Web-{3C9CCA12-5D91-9B95-A5D8-2110FB4B8070}" dt="2025-01-21T23:34:12.341" v="9" actId="1076"/>
        <pc:sldMkLst>
          <pc:docMk/>
          <pc:sldMk cId="2437951857" sldId="2546"/>
        </pc:sldMkLst>
      </pc:sldChg>
      <pc:sldChg chg="modSp">
        <pc:chgData name="Yao, Jinwei" userId="S::jinweiy@illinois.edu::e7bb2eae-67cf-4a66-b515-f5b292cddbf3" providerId="AD" clId="Web-{3C9CCA12-5D91-9B95-A5D8-2110FB4B8070}" dt="2025-01-21T23:54:40.039" v="35" actId="20577"/>
        <pc:sldMkLst>
          <pc:docMk/>
          <pc:sldMk cId="1530515293" sldId="2549"/>
        </pc:sldMkLst>
      </pc:sldChg>
      <pc:sldChg chg="modSp">
        <pc:chgData name="Yao, Jinwei" userId="S::jinweiy@illinois.edu::e7bb2eae-67cf-4a66-b515-f5b292cddbf3" providerId="AD" clId="Web-{3C9CCA12-5D91-9B95-A5D8-2110FB4B8070}" dt="2025-01-21T23:54:52.882" v="37" actId="20577"/>
        <pc:sldMkLst>
          <pc:docMk/>
          <pc:sldMk cId="1347484512" sldId="2551"/>
        </pc:sldMkLst>
      </pc:sldChg>
      <pc:sldChg chg="modSp">
        <pc:chgData name="Yao, Jinwei" userId="S::jinweiy@illinois.edu::e7bb2eae-67cf-4a66-b515-f5b292cddbf3" providerId="AD" clId="Web-{3C9CCA12-5D91-9B95-A5D8-2110FB4B8070}" dt="2025-01-22T00:02:35.583" v="39" actId="20577"/>
        <pc:sldMkLst>
          <pc:docMk/>
          <pc:sldMk cId="696745592" sldId="2553"/>
        </pc:sldMkLst>
      </pc:sldChg>
    </pc:docChg>
  </pc:docChgLst>
  <pc:docChgLst>
    <pc:chgData name="You, Jiaxuan" userId="c2504fba-d88a-4283-942c-9b63d8265259" providerId="ADAL" clId="{533A45E2-0D29-E245-BB1C-47EF083A8AC0}"/>
    <pc:docChg chg="undo custSel addSld delSld modSld sldOrd">
      <pc:chgData name="You, Jiaxuan" userId="c2504fba-d88a-4283-942c-9b63d8265259" providerId="ADAL" clId="{533A45E2-0D29-E245-BB1C-47EF083A8AC0}" dt="2025-04-15T20:28:14.615" v="3476" actId="20577"/>
      <pc:docMkLst>
        <pc:docMk/>
      </pc:docMkLst>
      <pc:sldChg chg="modSp mod">
        <pc:chgData name="You, Jiaxuan" userId="c2504fba-d88a-4283-942c-9b63d8265259" providerId="ADAL" clId="{533A45E2-0D29-E245-BB1C-47EF083A8AC0}" dt="2025-04-15T14:11:17.137" v="32" actId="1076"/>
        <pc:sldMkLst>
          <pc:docMk/>
          <pc:sldMk cId="3086503586" sldId="2454"/>
        </pc:sldMkLst>
        <pc:spChg chg="mod">
          <ac:chgData name="You, Jiaxuan" userId="c2504fba-d88a-4283-942c-9b63d8265259" providerId="ADAL" clId="{533A45E2-0D29-E245-BB1C-47EF083A8AC0}" dt="2025-04-15T14:11:17.137" v="32" actId="1076"/>
          <ac:spMkLst>
            <pc:docMk/>
            <pc:sldMk cId="3086503586" sldId="2454"/>
            <ac:spMk id="2" creationId="{00000000-0000-0000-0000-000000000000}"/>
          </ac:spMkLst>
        </pc:spChg>
      </pc:sldChg>
      <pc:sldChg chg="del">
        <pc:chgData name="You, Jiaxuan" userId="c2504fba-d88a-4283-942c-9b63d8265259" providerId="ADAL" clId="{533A45E2-0D29-E245-BB1C-47EF083A8AC0}" dt="2025-04-15T15:02:30.981" v="2269" actId="2696"/>
        <pc:sldMkLst>
          <pc:docMk/>
          <pc:sldMk cId="3285069267" sldId="2529"/>
        </pc:sldMkLst>
      </pc:sldChg>
      <pc:sldChg chg="del">
        <pc:chgData name="You, Jiaxuan" userId="c2504fba-d88a-4283-942c-9b63d8265259" providerId="ADAL" clId="{533A45E2-0D29-E245-BB1C-47EF083A8AC0}" dt="2025-04-15T15:02:30.975" v="2265" actId="2696"/>
        <pc:sldMkLst>
          <pc:docMk/>
          <pc:sldMk cId="2024099689" sldId="2530"/>
        </pc:sldMkLst>
      </pc:sldChg>
      <pc:sldChg chg="del">
        <pc:chgData name="You, Jiaxuan" userId="c2504fba-d88a-4283-942c-9b63d8265259" providerId="ADAL" clId="{533A45E2-0D29-E245-BB1C-47EF083A8AC0}" dt="2025-04-15T15:02:31.001" v="2280" actId="2696"/>
        <pc:sldMkLst>
          <pc:docMk/>
          <pc:sldMk cId="828450307" sldId="2531"/>
        </pc:sldMkLst>
      </pc:sldChg>
      <pc:sldChg chg="del">
        <pc:chgData name="You, Jiaxuan" userId="c2504fba-d88a-4283-942c-9b63d8265259" providerId="ADAL" clId="{533A45E2-0D29-E245-BB1C-47EF083A8AC0}" dt="2025-04-15T15:02:30.973" v="2264" actId="2696"/>
        <pc:sldMkLst>
          <pc:docMk/>
          <pc:sldMk cId="3545514664" sldId="2533"/>
        </pc:sldMkLst>
      </pc:sldChg>
      <pc:sldChg chg="del">
        <pc:chgData name="You, Jiaxuan" userId="c2504fba-d88a-4283-942c-9b63d8265259" providerId="ADAL" clId="{533A45E2-0D29-E245-BB1C-47EF083A8AC0}" dt="2025-04-15T15:02:31.007" v="2286" actId="2696"/>
        <pc:sldMkLst>
          <pc:docMk/>
          <pc:sldMk cId="3490020487" sldId="2534"/>
        </pc:sldMkLst>
      </pc:sldChg>
      <pc:sldChg chg="del">
        <pc:chgData name="You, Jiaxuan" userId="c2504fba-d88a-4283-942c-9b63d8265259" providerId="ADAL" clId="{533A45E2-0D29-E245-BB1C-47EF083A8AC0}" dt="2025-04-15T15:02:30.997" v="2276" actId="2696"/>
        <pc:sldMkLst>
          <pc:docMk/>
          <pc:sldMk cId="1837605648" sldId="2537"/>
        </pc:sldMkLst>
      </pc:sldChg>
      <pc:sldChg chg="del">
        <pc:chgData name="You, Jiaxuan" userId="c2504fba-d88a-4283-942c-9b63d8265259" providerId="ADAL" clId="{533A45E2-0D29-E245-BB1C-47EF083A8AC0}" dt="2025-04-15T15:02:30.971" v="2263" actId="2696"/>
        <pc:sldMkLst>
          <pc:docMk/>
          <pc:sldMk cId="1613862953" sldId="2538"/>
        </pc:sldMkLst>
      </pc:sldChg>
      <pc:sldChg chg="del">
        <pc:chgData name="You, Jiaxuan" userId="c2504fba-d88a-4283-942c-9b63d8265259" providerId="ADAL" clId="{533A45E2-0D29-E245-BB1C-47EF083A8AC0}" dt="2025-04-15T15:02:30.998" v="2277" actId="2696"/>
        <pc:sldMkLst>
          <pc:docMk/>
          <pc:sldMk cId="435704204" sldId="2540"/>
        </pc:sldMkLst>
      </pc:sldChg>
      <pc:sldChg chg="del">
        <pc:chgData name="You, Jiaxuan" userId="c2504fba-d88a-4283-942c-9b63d8265259" providerId="ADAL" clId="{533A45E2-0D29-E245-BB1C-47EF083A8AC0}" dt="2025-04-15T15:02:30.982" v="2270" actId="2696"/>
        <pc:sldMkLst>
          <pc:docMk/>
          <pc:sldMk cId="2600951506" sldId="2541"/>
        </pc:sldMkLst>
      </pc:sldChg>
      <pc:sldChg chg="del">
        <pc:chgData name="You, Jiaxuan" userId="c2504fba-d88a-4283-942c-9b63d8265259" providerId="ADAL" clId="{533A45E2-0D29-E245-BB1C-47EF083A8AC0}" dt="2025-04-15T15:02:31.003" v="2282" actId="2696"/>
        <pc:sldMkLst>
          <pc:docMk/>
          <pc:sldMk cId="1267394768" sldId="2542"/>
        </pc:sldMkLst>
      </pc:sldChg>
      <pc:sldChg chg="del">
        <pc:chgData name="You, Jiaxuan" userId="c2504fba-d88a-4283-942c-9b63d8265259" providerId="ADAL" clId="{533A45E2-0D29-E245-BB1C-47EF083A8AC0}" dt="2025-04-15T15:02:30.969" v="2262" actId="2696"/>
        <pc:sldMkLst>
          <pc:docMk/>
          <pc:sldMk cId="3539034278" sldId="2543"/>
        </pc:sldMkLst>
      </pc:sldChg>
      <pc:sldChg chg="del">
        <pc:chgData name="You, Jiaxuan" userId="c2504fba-d88a-4283-942c-9b63d8265259" providerId="ADAL" clId="{533A45E2-0D29-E245-BB1C-47EF083A8AC0}" dt="2025-04-15T15:02:30.986" v="2273" actId="2696"/>
        <pc:sldMkLst>
          <pc:docMk/>
          <pc:sldMk cId="15212653" sldId="2544"/>
        </pc:sldMkLst>
      </pc:sldChg>
      <pc:sldChg chg="del">
        <pc:chgData name="You, Jiaxuan" userId="c2504fba-d88a-4283-942c-9b63d8265259" providerId="ADAL" clId="{533A45E2-0D29-E245-BB1C-47EF083A8AC0}" dt="2025-04-15T15:02:31" v="2279" actId="2696"/>
        <pc:sldMkLst>
          <pc:docMk/>
          <pc:sldMk cId="1541709714" sldId="2545"/>
        </pc:sldMkLst>
      </pc:sldChg>
      <pc:sldChg chg="del">
        <pc:chgData name="You, Jiaxuan" userId="c2504fba-d88a-4283-942c-9b63d8265259" providerId="ADAL" clId="{533A45E2-0D29-E245-BB1C-47EF083A8AC0}" dt="2025-04-15T15:02:30.977" v="2267" actId="2696"/>
        <pc:sldMkLst>
          <pc:docMk/>
          <pc:sldMk cId="2437951857" sldId="2546"/>
        </pc:sldMkLst>
      </pc:sldChg>
      <pc:sldChg chg="del">
        <pc:chgData name="You, Jiaxuan" userId="c2504fba-d88a-4283-942c-9b63d8265259" providerId="ADAL" clId="{533A45E2-0D29-E245-BB1C-47EF083A8AC0}" dt="2025-04-15T15:02:31.005" v="2284" actId="2696"/>
        <pc:sldMkLst>
          <pc:docMk/>
          <pc:sldMk cId="155669644" sldId="2547"/>
        </pc:sldMkLst>
      </pc:sldChg>
      <pc:sldChg chg="del">
        <pc:chgData name="You, Jiaxuan" userId="c2504fba-d88a-4283-942c-9b63d8265259" providerId="ADAL" clId="{533A45E2-0D29-E245-BB1C-47EF083A8AC0}" dt="2025-04-15T15:02:31.024" v="2288" actId="2696"/>
        <pc:sldMkLst>
          <pc:docMk/>
          <pc:sldMk cId="2471840090" sldId="2548"/>
        </pc:sldMkLst>
      </pc:sldChg>
      <pc:sldChg chg="del">
        <pc:chgData name="You, Jiaxuan" userId="c2504fba-d88a-4283-942c-9b63d8265259" providerId="ADAL" clId="{533A45E2-0D29-E245-BB1C-47EF083A8AC0}" dt="2025-04-15T15:02:31.004" v="2283" actId="2696"/>
        <pc:sldMkLst>
          <pc:docMk/>
          <pc:sldMk cId="1530515293" sldId="2549"/>
        </pc:sldMkLst>
      </pc:sldChg>
      <pc:sldChg chg="del">
        <pc:chgData name="You, Jiaxuan" userId="c2504fba-d88a-4283-942c-9b63d8265259" providerId="ADAL" clId="{533A45E2-0D29-E245-BB1C-47EF083A8AC0}" dt="2025-04-15T15:02:31.002" v="2281" actId="2696"/>
        <pc:sldMkLst>
          <pc:docMk/>
          <pc:sldMk cId="3900553750" sldId="2550"/>
        </pc:sldMkLst>
      </pc:sldChg>
      <pc:sldChg chg="del">
        <pc:chgData name="You, Jiaxuan" userId="c2504fba-d88a-4283-942c-9b63d8265259" providerId="ADAL" clId="{533A45E2-0D29-E245-BB1C-47EF083A8AC0}" dt="2025-04-15T15:02:31.031" v="2289" actId="2696"/>
        <pc:sldMkLst>
          <pc:docMk/>
          <pc:sldMk cId="1347484512" sldId="2551"/>
        </pc:sldMkLst>
      </pc:sldChg>
      <pc:sldChg chg="del">
        <pc:chgData name="You, Jiaxuan" userId="c2504fba-d88a-4283-942c-9b63d8265259" providerId="ADAL" clId="{533A45E2-0D29-E245-BB1C-47EF083A8AC0}" dt="2025-04-15T15:02:30.976" v="2266" actId="2696"/>
        <pc:sldMkLst>
          <pc:docMk/>
          <pc:sldMk cId="3903634529" sldId="2552"/>
        </pc:sldMkLst>
      </pc:sldChg>
      <pc:sldChg chg="del">
        <pc:chgData name="You, Jiaxuan" userId="c2504fba-d88a-4283-942c-9b63d8265259" providerId="ADAL" clId="{533A45E2-0D29-E245-BB1C-47EF083A8AC0}" dt="2025-04-15T15:02:30.984" v="2271" actId="2696"/>
        <pc:sldMkLst>
          <pc:docMk/>
          <pc:sldMk cId="696745592" sldId="2553"/>
        </pc:sldMkLst>
      </pc:sldChg>
      <pc:sldChg chg="del">
        <pc:chgData name="You, Jiaxuan" userId="c2504fba-d88a-4283-942c-9b63d8265259" providerId="ADAL" clId="{533A45E2-0D29-E245-BB1C-47EF083A8AC0}" dt="2025-04-15T15:02:30.995" v="2275" actId="2696"/>
        <pc:sldMkLst>
          <pc:docMk/>
          <pc:sldMk cId="3973527076" sldId="2556"/>
        </pc:sldMkLst>
      </pc:sldChg>
      <pc:sldChg chg="del">
        <pc:chgData name="You, Jiaxuan" userId="c2504fba-d88a-4283-942c-9b63d8265259" providerId="ADAL" clId="{533A45E2-0D29-E245-BB1C-47EF083A8AC0}" dt="2025-04-15T15:02:31.015" v="2287" actId="2696"/>
        <pc:sldMkLst>
          <pc:docMk/>
          <pc:sldMk cId="1912065117" sldId="2557"/>
        </pc:sldMkLst>
      </pc:sldChg>
      <pc:sldChg chg="del">
        <pc:chgData name="You, Jiaxuan" userId="c2504fba-d88a-4283-942c-9b63d8265259" providerId="ADAL" clId="{533A45E2-0D29-E245-BB1C-47EF083A8AC0}" dt="2025-04-15T15:02:30.966" v="2261" actId="2696"/>
        <pc:sldMkLst>
          <pc:docMk/>
          <pc:sldMk cId="2970040368" sldId="2558"/>
        </pc:sldMkLst>
      </pc:sldChg>
      <pc:sldChg chg="del">
        <pc:chgData name="You, Jiaxuan" userId="c2504fba-d88a-4283-942c-9b63d8265259" providerId="ADAL" clId="{533A45E2-0D29-E245-BB1C-47EF083A8AC0}" dt="2025-04-15T15:02:30.979" v="2268" actId="2696"/>
        <pc:sldMkLst>
          <pc:docMk/>
          <pc:sldMk cId="2675559008" sldId="2560"/>
        </pc:sldMkLst>
      </pc:sldChg>
      <pc:sldChg chg="del">
        <pc:chgData name="You, Jiaxuan" userId="c2504fba-d88a-4283-942c-9b63d8265259" providerId="ADAL" clId="{533A45E2-0D29-E245-BB1C-47EF083A8AC0}" dt="2025-04-15T15:02:30.985" v="2272" actId="2696"/>
        <pc:sldMkLst>
          <pc:docMk/>
          <pc:sldMk cId="2634132520" sldId="2561"/>
        </pc:sldMkLst>
      </pc:sldChg>
      <pc:sldChg chg="del">
        <pc:chgData name="You, Jiaxuan" userId="c2504fba-d88a-4283-942c-9b63d8265259" providerId="ADAL" clId="{533A45E2-0D29-E245-BB1C-47EF083A8AC0}" dt="2025-04-15T15:02:30.988" v="2274" actId="2696"/>
        <pc:sldMkLst>
          <pc:docMk/>
          <pc:sldMk cId="3026911413" sldId="2564"/>
        </pc:sldMkLst>
      </pc:sldChg>
      <pc:sldChg chg="del">
        <pc:chgData name="You, Jiaxuan" userId="c2504fba-d88a-4283-942c-9b63d8265259" providerId="ADAL" clId="{533A45E2-0D29-E245-BB1C-47EF083A8AC0}" dt="2025-04-15T15:02:31.006" v="2285" actId="2696"/>
        <pc:sldMkLst>
          <pc:docMk/>
          <pc:sldMk cId="3823201098" sldId="2565"/>
        </pc:sldMkLst>
      </pc:sldChg>
      <pc:sldChg chg="del">
        <pc:chgData name="You, Jiaxuan" userId="c2504fba-d88a-4283-942c-9b63d8265259" providerId="ADAL" clId="{533A45E2-0D29-E245-BB1C-47EF083A8AC0}" dt="2025-04-15T15:02:30.999" v="2278" actId="2696"/>
        <pc:sldMkLst>
          <pc:docMk/>
          <pc:sldMk cId="2934246429" sldId="2566"/>
        </pc:sldMkLst>
      </pc:sldChg>
      <pc:sldChg chg="addSp delSp modSp new mod ord">
        <pc:chgData name="You, Jiaxuan" userId="c2504fba-d88a-4283-942c-9b63d8265259" providerId="ADAL" clId="{533A45E2-0D29-E245-BB1C-47EF083A8AC0}" dt="2025-04-15T20:16:11.465" v="3274" actId="313"/>
        <pc:sldMkLst>
          <pc:docMk/>
          <pc:sldMk cId="2265873756" sldId="2567"/>
        </pc:sldMkLst>
        <pc:spChg chg="mod">
          <ac:chgData name="You, Jiaxuan" userId="c2504fba-d88a-4283-942c-9b63d8265259" providerId="ADAL" clId="{533A45E2-0D29-E245-BB1C-47EF083A8AC0}" dt="2025-04-15T20:16:11.465" v="3274" actId="313"/>
          <ac:spMkLst>
            <pc:docMk/>
            <pc:sldMk cId="2265873756" sldId="2567"/>
            <ac:spMk id="2" creationId="{4090D0B1-02F9-84DF-4CA9-42CD23E6693F}"/>
          </ac:spMkLst>
        </pc:spChg>
        <pc:spChg chg="del mod">
          <ac:chgData name="You, Jiaxuan" userId="c2504fba-d88a-4283-942c-9b63d8265259" providerId="ADAL" clId="{533A45E2-0D29-E245-BB1C-47EF083A8AC0}" dt="2025-04-15T14:57:23.149" v="1708" actId="478"/>
          <ac:spMkLst>
            <pc:docMk/>
            <pc:sldMk cId="2265873756" sldId="2567"/>
            <ac:spMk id="6" creationId="{834BBD16-2261-2677-E2F8-149D907EA4F4}"/>
          </ac:spMkLst>
        </pc:spChg>
        <pc:spChg chg="add mod">
          <ac:chgData name="You, Jiaxuan" userId="c2504fba-d88a-4283-942c-9b63d8265259" providerId="ADAL" clId="{533A45E2-0D29-E245-BB1C-47EF083A8AC0}" dt="2025-04-15T14:57:21.780" v="1707"/>
          <ac:spMkLst>
            <pc:docMk/>
            <pc:sldMk cId="2265873756" sldId="2567"/>
            <ac:spMk id="7" creationId="{B9DBB411-25E3-E3F1-4E8D-00401D4CF68B}"/>
          </ac:spMkLst>
        </pc:spChg>
        <pc:spChg chg="add del mod">
          <ac:chgData name="You, Jiaxuan" userId="c2504fba-d88a-4283-942c-9b63d8265259" providerId="ADAL" clId="{533A45E2-0D29-E245-BB1C-47EF083A8AC0}" dt="2025-04-15T14:57:24.472" v="1710" actId="478"/>
          <ac:spMkLst>
            <pc:docMk/>
            <pc:sldMk cId="2265873756" sldId="2567"/>
            <ac:spMk id="9" creationId="{CCA4FEEE-AF7A-79E2-0AAA-987BB4FA4427}"/>
          </ac:spMkLst>
        </pc:spChg>
        <pc:spChg chg="add mod">
          <ac:chgData name="You, Jiaxuan" userId="c2504fba-d88a-4283-942c-9b63d8265259" providerId="ADAL" clId="{533A45E2-0D29-E245-BB1C-47EF083A8AC0}" dt="2025-04-15T20:14:22.803" v="3190" actId="207"/>
          <ac:spMkLst>
            <pc:docMk/>
            <pc:sldMk cId="2265873756" sldId="2567"/>
            <ac:spMk id="10" creationId="{3AB69209-6CEA-69A9-3934-D8B6CD5CF69B}"/>
          </ac:spMkLst>
        </pc:spChg>
      </pc:sldChg>
      <pc:sldChg chg="new del">
        <pc:chgData name="You, Jiaxuan" userId="c2504fba-d88a-4283-942c-9b63d8265259" providerId="ADAL" clId="{533A45E2-0D29-E245-BB1C-47EF083A8AC0}" dt="2025-04-15T14:21:51.851" v="352" actId="2696"/>
        <pc:sldMkLst>
          <pc:docMk/>
          <pc:sldMk cId="4176598030" sldId="2568"/>
        </pc:sldMkLst>
      </pc:sldChg>
      <pc:sldChg chg="delSp modSp add del mod">
        <pc:chgData name="You, Jiaxuan" userId="c2504fba-d88a-4283-942c-9b63d8265259" providerId="ADAL" clId="{533A45E2-0D29-E245-BB1C-47EF083A8AC0}" dt="2025-04-15T14:21:06.198" v="332" actId="2696"/>
        <pc:sldMkLst>
          <pc:docMk/>
          <pc:sldMk cId="2639591689" sldId="2569"/>
        </pc:sldMkLst>
        <pc:spChg chg="mod">
          <ac:chgData name="You, Jiaxuan" userId="c2504fba-d88a-4283-942c-9b63d8265259" providerId="ADAL" clId="{533A45E2-0D29-E245-BB1C-47EF083A8AC0}" dt="2025-04-15T14:16:37.691" v="143" actId="20577"/>
          <ac:spMkLst>
            <pc:docMk/>
            <pc:sldMk cId="2639591689" sldId="2569"/>
            <ac:spMk id="2" creationId="{6CD9D3EA-0982-70B0-0B02-5954A1EFD471}"/>
          </ac:spMkLst>
        </pc:spChg>
        <pc:spChg chg="del mod">
          <ac:chgData name="You, Jiaxuan" userId="c2504fba-d88a-4283-942c-9b63d8265259" providerId="ADAL" clId="{533A45E2-0D29-E245-BB1C-47EF083A8AC0}" dt="2025-04-15T14:17:34.910" v="145" actId="478"/>
          <ac:spMkLst>
            <pc:docMk/>
            <pc:sldMk cId="2639591689" sldId="2569"/>
            <ac:spMk id="4" creationId="{D5FEBA9A-F217-B13C-FC9F-E77CC0E0DE09}"/>
          </ac:spMkLst>
        </pc:spChg>
        <pc:spChg chg="mod">
          <ac:chgData name="You, Jiaxuan" userId="c2504fba-d88a-4283-942c-9b63d8265259" providerId="ADAL" clId="{533A45E2-0D29-E245-BB1C-47EF083A8AC0}" dt="2025-04-15T14:18:39.533" v="163" actId="20577"/>
          <ac:spMkLst>
            <pc:docMk/>
            <pc:sldMk cId="2639591689" sldId="2569"/>
            <ac:spMk id="6" creationId="{399CE8A9-2D12-1844-57E3-8F2E0AC0B8AB}"/>
          </ac:spMkLst>
        </pc:spChg>
      </pc:sldChg>
      <pc:sldChg chg="new del ord">
        <pc:chgData name="You, Jiaxuan" userId="c2504fba-d88a-4283-942c-9b63d8265259" providerId="ADAL" clId="{533A45E2-0D29-E245-BB1C-47EF083A8AC0}" dt="2025-04-15T14:18:55.090" v="166" actId="2696"/>
        <pc:sldMkLst>
          <pc:docMk/>
          <pc:sldMk cId="1314486844" sldId="2570"/>
        </pc:sldMkLst>
      </pc:sldChg>
      <pc:sldChg chg="addSp modSp new mod ord">
        <pc:chgData name="You, Jiaxuan" userId="c2504fba-d88a-4283-942c-9b63d8265259" providerId="ADAL" clId="{533A45E2-0D29-E245-BB1C-47EF083A8AC0}" dt="2025-04-15T20:05:30.381" v="2744" actId="5793"/>
        <pc:sldMkLst>
          <pc:docMk/>
          <pc:sldMk cId="2184821899" sldId="2570"/>
        </pc:sldMkLst>
        <pc:spChg chg="mod">
          <ac:chgData name="You, Jiaxuan" userId="c2504fba-d88a-4283-942c-9b63d8265259" providerId="ADAL" clId="{533A45E2-0D29-E245-BB1C-47EF083A8AC0}" dt="2025-04-15T14:34:34.834" v="841" actId="113"/>
          <ac:spMkLst>
            <pc:docMk/>
            <pc:sldMk cId="2184821899" sldId="2570"/>
            <ac:spMk id="2" creationId="{B6943569-17C7-43B1-6ED4-EFD7736243C1}"/>
          </ac:spMkLst>
        </pc:spChg>
        <pc:spChg chg="mod">
          <ac:chgData name="You, Jiaxuan" userId="c2504fba-d88a-4283-942c-9b63d8265259" providerId="ADAL" clId="{533A45E2-0D29-E245-BB1C-47EF083A8AC0}" dt="2025-04-15T20:05:30.381" v="2744" actId="5793"/>
          <ac:spMkLst>
            <pc:docMk/>
            <pc:sldMk cId="2184821899" sldId="2570"/>
            <ac:spMk id="6" creationId="{8844A64B-8438-606F-9361-BC635BA2412B}"/>
          </ac:spMkLst>
        </pc:spChg>
        <pc:spChg chg="add mod">
          <ac:chgData name="You, Jiaxuan" userId="c2504fba-d88a-4283-942c-9b63d8265259" providerId="ADAL" clId="{533A45E2-0D29-E245-BB1C-47EF083A8AC0}" dt="2025-04-15T20:05:24.909" v="2743" actId="20577"/>
          <ac:spMkLst>
            <pc:docMk/>
            <pc:sldMk cId="2184821899" sldId="2570"/>
            <ac:spMk id="9" creationId="{448760E6-D5A1-B052-CD02-7F508C60B0B8}"/>
          </ac:spMkLst>
        </pc:spChg>
        <pc:picChg chg="add mod modCrop">
          <ac:chgData name="You, Jiaxuan" userId="c2504fba-d88a-4283-942c-9b63d8265259" providerId="ADAL" clId="{533A45E2-0D29-E245-BB1C-47EF083A8AC0}" dt="2025-04-15T20:05:17.829" v="2712" actId="1076"/>
          <ac:picMkLst>
            <pc:docMk/>
            <pc:sldMk cId="2184821899" sldId="2570"/>
            <ac:picMk id="7" creationId="{3E814445-3071-A6B7-E800-412DC1D80498}"/>
          </ac:picMkLst>
        </pc:picChg>
        <pc:picChg chg="add mod">
          <ac:chgData name="You, Jiaxuan" userId="c2504fba-d88a-4283-942c-9b63d8265259" providerId="ADAL" clId="{533A45E2-0D29-E245-BB1C-47EF083A8AC0}" dt="2025-04-15T20:05:19.282" v="2713" actId="1076"/>
          <ac:picMkLst>
            <pc:docMk/>
            <pc:sldMk cId="2184821899" sldId="2570"/>
            <ac:picMk id="8" creationId="{51DE89BA-54B0-51E2-B291-64FF793D04E0}"/>
          </ac:picMkLst>
        </pc:picChg>
      </pc:sldChg>
      <pc:sldChg chg="modSp new mod">
        <pc:chgData name="You, Jiaxuan" userId="c2504fba-d88a-4283-942c-9b63d8265259" providerId="ADAL" clId="{533A45E2-0D29-E245-BB1C-47EF083A8AC0}" dt="2025-04-15T20:04:43.910" v="2711" actId="113"/>
        <pc:sldMkLst>
          <pc:docMk/>
          <pc:sldMk cId="2233172040" sldId="2571"/>
        </pc:sldMkLst>
        <pc:spChg chg="mod">
          <ac:chgData name="You, Jiaxuan" userId="c2504fba-d88a-4283-942c-9b63d8265259" providerId="ADAL" clId="{533A45E2-0D29-E245-BB1C-47EF083A8AC0}" dt="2025-04-15T14:23:00.432" v="353" actId="113"/>
          <ac:spMkLst>
            <pc:docMk/>
            <pc:sldMk cId="2233172040" sldId="2571"/>
            <ac:spMk id="2" creationId="{1C6370FC-81ED-0FC2-ABEA-388939DF33F2}"/>
          </ac:spMkLst>
        </pc:spChg>
        <pc:spChg chg="mod">
          <ac:chgData name="You, Jiaxuan" userId="c2504fba-d88a-4283-942c-9b63d8265259" providerId="ADAL" clId="{533A45E2-0D29-E245-BB1C-47EF083A8AC0}" dt="2025-04-15T20:04:43.910" v="2711" actId="113"/>
          <ac:spMkLst>
            <pc:docMk/>
            <pc:sldMk cId="2233172040" sldId="2571"/>
            <ac:spMk id="6" creationId="{FFD9F03D-8798-3343-3442-26780B60EF0E}"/>
          </ac:spMkLst>
        </pc:spChg>
      </pc:sldChg>
      <pc:sldChg chg="addSp modSp new mod">
        <pc:chgData name="You, Jiaxuan" userId="c2504fba-d88a-4283-942c-9b63d8265259" providerId="ADAL" clId="{533A45E2-0D29-E245-BB1C-47EF083A8AC0}" dt="2025-04-15T20:06:01.913" v="2777" actId="20577"/>
        <pc:sldMkLst>
          <pc:docMk/>
          <pc:sldMk cId="3908527162" sldId="2572"/>
        </pc:sldMkLst>
        <pc:spChg chg="mod">
          <ac:chgData name="You, Jiaxuan" userId="c2504fba-d88a-4283-942c-9b63d8265259" providerId="ADAL" clId="{533A45E2-0D29-E245-BB1C-47EF083A8AC0}" dt="2025-04-15T14:30:57.177" v="635" actId="20577"/>
          <ac:spMkLst>
            <pc:docMk/>
            <pc:sldMk cId="3908527162" sldId="2572"/>
            <ac:spMk id="2" creationId="{1CAD1E7F-E8D8-80EE-9623-A9D27CCD6B9E}"/>
          </ac:spMkLst>
        </pc:spChg>
        <pc:spChg chg="mod">
          <ac:chgData name="You, Jiaxuan" userId="c2504fba-d88a-4283-942c-9b63d8265259" providerId="ADAL" clId="{533A45E2-0D29-E245-BB1C-47EF083A8AC0}" dt="2025-04-15T20:06:01.913" v="2777" actId="20577"/>
          <ac:spMkLst>
            <pc:docMk/>
            <pc:sldMk cId="3908527162" sldId="2572"/>
            <ac:spMk id="6" creationId="{9E13EF86-8C1B-9457-C4C1-A0589CC95F67}"/>
          </ac:spMkLst>
        </pc:spChg>
        <pc:picChg chg="add mod">
          <ac:chgData name="You, Jiaxuan" userId="c2504fba-d88a-4283-942c-9b63d8265259" providerId="ADAL" clId="{533A45E2-0D29-E245-BB1C-47EF083A8AC0}" dt="2025-04-15T20:05:57.965" v="2767" actId="1076"/>
          <ac:picMkLst>
            <pc:docMk/>
            <pc:sldMk cId="3908527162" sldId="2572"/>
            <ac:picMk id="7" creationId="{67DE2839-EBF1-BF50-9758-3EE3A5EE7665}"/>
          </ac:picMkLst>
        </pc:picChg>
      </pc:sldChg>
      <pc:sldChg chg="addSp delSp modSp new del mod">
        <pc:chgData name="You, Jiaxuan" userId="c2504fba-d88a-4283-942c-9b63d8265259" providerId="ADAL" clId="{533A45E2-0D29-E245-BB1C-47EF083A8AC0}" dt="2025-04-15T20:08:21.546" v="2816" actId="2696"/>
        <pc:sldMkLst>
          <pc:docMk/>
          <pc:sldMk cId="3451011751" sldId="2573"/>
        </pc:sldMkLst>
        <pc:spChg chg="mod">
          <ac:chgData name="You, Jiaxuan" userId="c2504fba-d88a-4283-942c-9b63d8265259" providerId="ADAL" clId="{533A45E2-0D29-E245-BB1C-47EF083A8AC0}" dt="2025-04-15T14:35:12.944" v="857" actId="20577"/>
          <ac:spMkLst>
            <pc:docMk/>
            <pc:sldMk cId="3451011751" sldId="2573"/>
            <ac:spMk id="2" creationId="{9048A1B1-04A6-5D11-1FAA-D162682CD80A}"/>
          </ac:spMkLst>
        </pc:spChg>
        <pc:spChg chg="mod">
          <ac:chgData name="You, Jiaxuan" userId="c2504fba-d88a-4283-942c-9b63d8265259" providerId="ADAL" clId="{533A45E2-0D29-E245-BB1C-47EF083A8AC0}" dt="2025-04-15T20:07:26.459" v="2805" actId="20577"/>
          <ac:spMkLst>
            <pc:docMk/>
            <pc:sldMk cId="3451011751" sldId="2573"/>
            <ac:spMk id="6" creationId="{CBB2F83B-5DC7-E8D1-86E5-74ED12DF8110}"/>
          </ac:spMkLst>
        </pc:spChg>
        <pc:picChg chg="add mod">
          <ac:chgData name="You, Jiaxuan" userId="c2504fba-d88a-4283-942c-9b63d8265259" providerId="ADAL" clId="{533A45E2-0D29-E245-BB1C-47EF083A8AC0}" dt="2025-04-15T14:36:32.842" v="923" actId="1076"/>
          <ac:picMkLst>
            <pc:docMk/>
            <pc:sldMk cId="3451011751" sldId="2573"/>
            <ac:picMk id="8" creationId="{24F828EB-6C27-EC66-5411-6AD1C84F7408}"/>
          </ac:picMkLst>
        </pc:picChg>
        <pc:picChg chg="add del mod">
          <ac:chgData name="You, Jiaxuan" userId="c2504fba-d88a-4283-942c-9b63d8265259" providerId="ADAL" clId="{533A45E2-0D29-E245-BB1C-47EF083A8AC0}" dt="2025-04-15T14:37:05.344" v="933" actId="478"/>
          <ac:picMkLst>
            <pc:docMk/>
            <pc:sldMk cId="3451011751" sldId="2573"/>
            <ac:picMk id="10" creationId="{35DEED5D-1873-7D69-DE27-36D7D7C14768}"/>
          </ac:picMkLst>
        </pc:picChg>
      </pc:sldChg>
      <pc:sldChg chg="modSp add mod">
        <pc:chgData name="You, Jiaxuan" userId="c2504fba-d88a-4283-942c-9b63d8265259" providerId="ADAL" clId="{533A45E2-0D29-E245-BB1C-47EF083A8AC0}" dt="2025-04-15T14:32:01.819" v="705" actId="113"/>
        <pc:sldMkLst>
          <pc:docMk/>
          <pc:sldMk cId="1590015958" sldId="2595"/>
        </pc:sldMkLst>
        <pc:spChg chg="mod">
          <ac:chgData name="You, Jiaxuan" userId="c2504fba-d88a-4283-942c-9b63d8265259" providerId="ADAL" clId="{533A45E2-0D29-E245-BB1C-47EF083A8AC0}" dt="2025-04-15T14:32:01.819" v="705" actId="113"/>
          <ac:spMkLst>
            <pc:docMk/>
            <pc:sldMk cId="1590015958" sldId="2595"/>
            <ac:spMk id="6" creationId="{F26AE606-A8DF-179D-1330-188F74C870BA}"/>
          </ac:spMkLst>
        </pc:spChg>
      </pc:sldChg>
      <pc:sldChg chg="modSp add mod">
        <pc:chgData name="You, Jiaxuan" userId="c2504fba-d88a-4283-942c-9b63d8265259" providerId="ADAL" clId="{533A45E2-0D29-E245-BB1C-47EF083A8AC0}" dt="2025-04-15T14:32:24.316" v="709" actId="113"/>
        <pc:sldMkLst>
          <pc:docMk/>
          <pc:sldMk cId="3032463079" sldId="2596"/>
        </pc:sldMkLst>
        <pc:spChg chg="mod">
          <ac:chgData name="You, Jiaxuan" userId="c2504fba-d88a-4283-942c-9b63d8265259" providerId="ADAL" clId="{533A45E2-0D29-E245-BB1C-47EF083A8AC0}" dt="2025-04-15T14:32:24.316" v="709" actId="113"/>
          <ac:spMkLst>
            <pc:docMk/>
            <pc:sldMk cId="3032463079" sldId="2596"/>
            <ac:spMk id="6" creationId="{E7AF9871-BE00-7256-8BA1-2D84FE59D69C}"/>
          </ac:spMkLst>
        </pc:spChg>
      </pc:sldChg>
      <pc:sldChg chg="modSp add mod">
        <pc:chgData name="You, Jiaxuan" userId="c2504fba-d88a-4283-942c-9b63d8265259" providerId="ADAL" clId="{533A45E2-0D29-E245-BB1C-47EF083A8AC0}" dt="2025-04-15T14:32:35.574" v="711" actId="113"/>
        <pc:sldMkLst>
          <pc:docMk/>
          <pc:sldMk cId="3828234521" sldId="2597"/>
        </pc:sldMkLst>
        <pc:spChg chg="mod">
          <ac:chgData name="You, Jiaxuan" userId="c2504fba-d88a-4283-942c-9b63d8265259" providerId="ADAL" clId="{533A45E2-0D29-E245-BB1C-47EF083A8AC0}" dt="2025-04-15T14:32:35.574" v="711" actId="113"/>
          <ac:spMkLst>
            <pc:docMk/>
            <pc:sldMk cId="3828234521" sldId="2597"/>
            <ac:spMk id="6" creationId="{86269450-DD03-3152-F39C-07917D0C3417}"/>
          </ac:spMkLst>
        </pc:spChg>
      </pc:sldChg>
      <pc:sldChg chg="modSp add mod">
        <pc:chgData name="You, Jiaxuan" userId="c2504fba-d88a-4283-942c-9b63d8265259" providerId="ADAL" clId="{533A45E2-0D29-E245-BB1C-47EF083A8AC0}" dt="2025-04-15T14:32:56.418" v="717" actId="113"/>
        <pc:sldMkLst>
          <pc:docMk/>
          <pc:sldMk cId="2898302177" sldId="2598"/>
        </pc:sldMkLst>
        <pc:spChg chg="mod">
          <ac:chgData name="You, Jiaxuan" userId="c2504fba-d88a-4283-942c-9b63d8265259" providerId="ADAL" clId="{533A45E2-0D29-E245-BB1C-47EF083A8AC0}" dt="2025-04-15T14:32:56.418" v="717" actId="113"/>
          <ac:spMkLst>
            <pc:docMk/>
            <pc:sldMk cId="2898302177" sldId="2598"/>
            <ac:spMk id="6" creationId="{BF109E2D-BD55-6F2F-01C5-5D99655D96C8}"/>
          </ac:spMkLst>
        </pc:spChg>
      </pc:sldChg>
      <pc:sldChg chg="modSp add mod ord">
        <pc:chgData name="You, Jiaxuan" userId="c2504fba-d88a-4283-942c-9b63d8265259" providerId="ADAL" clId="{533A45E2-0D29-E245-BB1C-47EF083A8AC0}" dt="2025-04-15T20:06:33.019" v="2781" actId="113"/>
        <pc:sldMkLst>
          <pc:docMk/>
          <pc:sldMk cId="2154974839" sldId="2599"/>
        </pc:sldMkLst>
        <pc:spChg chg="mod">
          <ac:chgData name="You, Jiaxuan" userId="c2504fba-d88a-4283-942c-9b63d8265259" providerId="ADAL" clId="{533A45E2-0D29-E245-BB1C-47EF083A8AC0}" dt="2025-04-15T20:06:33.019" v="2781" actId="113"/>
          <ac:spMkLst>
            <pc:docMk/>
            <pc:sldMk cId="2154974839" sldId="2599"/>
            <ac:spMk id="6" creationId="{18AA5935-3B0F-8DE3-3D6C-0B30A5F162E6}"/>
          </ac:spMkLst>
        </pc:spChg>
      </pc:sldChg>
      <pc:sldChg chg="addSp delSp modSp add mod">
        <pc:chgData name="You, Jiaxuan" userId="c2504fba-d88a-4283-942c-9b63d8265259" providerId="ADAL" clId="{533A45E2-0D29-E245-BB1C-47EF083A8AC0}" dt="2025-04-15T20:08:23.341" v="2817" actId="478"/>
        <pc:sldMkLst>
          <pc:docMk/>
          <pc:sldMk cId="2234095230" sldId="2600"/>
        </pc:sldMkLst>
        <pc:spChg chg="mod">
          <ac:chgData name="You, Jiaxuan" userId="c2504fba-d88a-4283-942c-9b63d8265259" providerId="ADAL" clId="{533A45E2-0D29-E245-BB1C-47EF083A8AC0}" dt="2025-04-15T20:07:41.775" v="2806"/>
          <ac:spMkLst>
            <pc:docMk/>
            <pc:sldMk cId="2234095230" sldId="2600"/>
            <ac:spMk id="6" creationId="{F1E3C21B-0815-F501-473B-2D586CE23DC7}"/>
          </ac:spMkLst>
        </pc:spChg>
        <pc:spChg chg="add del mod">
          <ac:chgData name="You, Jiaxuan" userId="c2504fba-d88a-4283-942c-9b63d8265259" providerId="ADAL" clId="{533A45E2-0D29-E245-BB1C-47EF083A8AC0}" dt="2025-04-15T20:08:23.341" v="2817" actId="478"/>
          <ac:spMkLst>
            <pc:docMk/>
            <pc:sldMk cId="2234095230" sldId="2600"/>
            <ac:spMk id="7" creationId="{5A7FE0D1-3A91-CB86-86CA-173DAB3E312C}"/>
          </ac:spMkLst>
        </pc:spChg>
        <pc:picChg chg="mod">
          <ac:chgData name="You, Jiaxuan" userId="c2504fba-d88a-4283-942c-9b63d8265259" providerId="ADAL" clId="{533A45E2-0D29-E245-BB1C-47EF083A8AC0}" dt="2025-04-15T20:08:11.647" v="2812" actId="1076"/>
          <ac:picMkLst>
            <pc:docMk/>
            <pc:sldMk cId="2234095230" sldId="2600"/>
            <ac:picMk id="8" creationId="{3307E990-2F87-DEE4-F938-EB451D71BEDB}"/>
          </ac:picMkLst>
        </pc:picChg>
        <pc:picChg chg="del mod">
          <ac:chgData name="You, Jiaxuan" userId="c2504fba-d88a-4283-942c-9b63d8265259" providerId="ADAL" clId="{533A45E2-0D29-E245-BB1C-47EF083A8AC0}" dt="2025-04-15T20:08:23.341" v="2817" actId="478"/>
          <ac:picMkLst>
            <pc:docMk/>
            <pc:sldMk cId="2234095230" sldId="2600"/>
            <ac:picMk id="10" creationId="{41C9B3E0-F6B0-FA5E-C08D-E8C4946D3FDF}"/>
          </ac:picMkLst>
        </pc:picChg>
      </pc:sldChg>
      <pc:sldChg chg="addSp delSp modSp new mod">
        <pc:chgData name="You, Jiaxuan" userId="c2504fba-d88a-4283-942c-9b63d8265259" providerId="ADAL" clId="{533A45E2-0D29-E245-BB1C-47EF083A8AC0}" dt="2025-04-15T14:46:54.869" v="1214" actId="14100"/>
        <pc:sldMkLst>
          <pc:docMk/>
          <pc:sldMk cId="1571108478" sldId="2601"/>
        </pc:sldMkLst>
        <pc:spChg chg="mod">
          <ac:chgData name="You, Jiaxuan" userId="c2504fba-d88a-4283-942c-9b63d8265259" providerId="ADAL" clId="{533A45E2-0D29-E245-BB1C-47EF083A8AC0}" dt="2025-04-15T14:46:35.369" v="1208" actId="20577"/>
          <ac:spMkLst>
            <pc:docMk/>
            <pc:sldMk cId="1571108478" sldId="2601"/>
            <ac:spMk id="2" creationId="{0D6989E6-8828-581A-FB51-0D1829FD2D6B}"/>
          </ac:spMkLst>
        </pc:spChg>
        <pc:spChg chg="mod">
          <ac:chgData name="You, Jiaxuan" userId="c2504fba-d88a-4283-942c-9b63d8265259" providerId="ADAL" clId="{533A45E2-0D29-E245-BB1C-47EF083A8AC0}" dt="2025-04-15T14:46:54.869" v="1214" actId="14100"/>
          <ac:spMkLst>
            <pc:docMk/>
            <pc:sldMk cId="1571108478" sldId="2601"/>
            <ac:spMk id="6" creationId="{BDFEE787-7EB0-9B81-8FB7-0E4FA8320D97}"/>
          </ac:spMkLst>
        </pc:spChg>
        <pc:spChg chg="add del mod">
          <ac:chgData name="You, Jiaxuan" userId="c2504fba-d88a-4283-942c-9b63d8265259" providerId="ADAL" clId="{533A45E2-0D29-E245-BB1C-47EF083A8AC0}" dt="2025-04-15T14:46:38.760" v="1209" actId="478"/>
          <ac:spMkLst>
            <pc:docMk/>
            <pc:sldMk cId="1571108478" sldId="2601"/>
            <ac:spMk id="7" creationId="{B23715F7-0319-48E8-6E6D-8E19DBE6ED03}"/>
          </ac:spMkLst>
        </pc:spChg>
      </pc:sldChg>
      <pc:sldChg chg="add del">
        <pc:chgData name="You, Jiaxuan" userId="c2504fba-d88a-4283-942c-9b63d8265259" providerId="ADAL" clId="{533A45E2-0D29-E245-BB1C-47EF083A8AC0}" dt="2025-04-15T15:01:52.119" v="2247" actId="2696"/>
        <pc:sldMkLst>
          <pc:docMk/>
          <pc:sldMk cId="2111532730" sldId="2602"/>
        </pc:sldMkLst>
      </pc:sldChg>
      <pc:sldChg chg="modSp add mod">
        <pc:chgData name="You, Jiaxuan" userId="c2504fba-d88a-4283-942c-9b63d8265259" providerId="ADAL" clId="{533A45E2-0D29-E245-BB1C-47EF083A8AC0}" dt="2025-04-15T20:09:35.982" v="2858" actId="20577"/>
        <pc:sldMkLst>
          <pc:docMk/>
          <pc:sldMk cId="3998840751" sldId="2603"/>
        </pc:sldMkLst>
        <pc:spChg chg="mod">
          <ac:chgData name="You, Jiaxuan" userId="c2504fba-d88a-4283-942c-9b63d8265259" providerId="ADAL" clId="{533A45E2-0D29-E245-BB1C-47EF083A8AC0}" dt="2025-04-15T20:09:35.982" v="2858" actId="20577"/>
          <ac:spMkLst>
            <pc:docMk/>
            <pc:sldMk cId="3998840751" sldId="2603"/>
            <ac:spMk id="6" creationId="{C1DDCC47-7432-F967-8F62-8BE60ACE6750}"/>
          </ac:spMkLst>
        </pc:spChg>
      </pc:sldChg>
      <pc:sldChg chg="modSp add mod">
        <pc:chgData name="You, Jiaxuan" userId="c2504fba-d88a-4283-942c-9b63d8265259" providerId="ADAL" clId="{533A45E2-0D29-E245-BB1C-47EF083A8AC0}" dt="2025-04-15T20:28:14.615" v="3476" actId="20577"/>
        <pc:sldMkLst>
          <pc:docMk/>
          <pc:sldMk cId="1640709337" sldId="2604"/>
        </pc:sldMkLst>
        <pc:spChg chg="mod">
          <ac:chgData name="You, Jiaxuan" userId="c2504fba-d88a-4283-942c-9b63d8265259" providerId="ADAL" clId="{533A45E2-0D29-E245-BB1C-47EF083A8AC0}" dt="2025-04-15T14:54:05.860" v="1533" actId="20577"/>
          <ac:spMkLst>
            <pc:docMk/>
            <pc:sldMk cId="1640709337" sldId="2604"/>
            <ac:spMk id="2" creationId="{AC54C579-AA6E-BCE9-F1D4-AD51B45D6953}"/>
          </ac:spMkLst>
        </pc:spChg>
        <pc:spChg chg="mod">
          <ac:chgData name="You, Jiaxuan" userId="c2504fba-d88a-4283-942c-9b63d8265259" providerId="ADAL" clId="{533A45E2-0D29-E245-BB1C-47EF083A8AC0}" dt="2025-04-15T20:28:14.615" v="3476" actId="20577"/>
          <ac:spMkLst>
            <pc:docMk/>
            <pc:sldMk cId="1640709337" sldId="2604"/>
            <ac:spMk id="6" creationId="{C658DBBB-2B8A-A581-01A6-3310349959FC}"/>
          </ac:spMkLst>
        </pc:spChg>
      </pc:sldChg>
      <pc:sldChg chg="modSp new mod">
        <pc:chgData name="You, Jiaxuan" userId="c2504fba-d88a-4283-942c-9b63d8265259" providerId="ADAL" clId="{533A45E2-0D29-E245-BB1C-47EF083A8AC0}" dt="2025-04-15T20:15:24.040" v="3245" actId="20577"/>
        <pc:sldMkLst>
          <pc:docMk/>
          <pc:sldMk cId="492154022" sldId="2605"/>
        </pc:sldMkLst>
        <pc:spChg chg="mod">
          <ac:chgData name="You, Jiaxuan" userId="c2504fba-d88a-4283-942c-9b63d8265259" providerId="ADAL" clId="{533A45E2-0D29-E245-BB1C-47EF083A8AC0}" dt="2025-04-15T15:02:45.026" v="2306" actId="20577"/>
          <ac:spMkLst>
            <pc:docMk/>
            <pc:sldMk cId="492154022" sldId="2605"/>
            <ac:spMk id="2" creationId="{64883115-B749-9D4F-8093-E4CD35CF4059}"/>
          </ac:spMkLst>
        </pc:spChg>
        <pc:spChg chg="mod">
          <ac:chgData name="You, Jiaxuan" userId="c2504fba-d88a-4283-942c-9b63d8265259" providerId="ADAL" clId="{533A45E2-0D29-E245-BB1C-47EF083A8AC0}" dt="2025-04-15T20:15:24.040" v="3245" actId="20577"/>
          <ac:spMkLst>
            <pc:docMk/>
            <pc:sldMk cId="492154022" sldId="2605"/>
            <ac:spMk id="6" creationId="{70733135-C8A0-5FEB-1F89-54CF5CC33270}"/>
          </ac:spMkLst>
        </pc:spChg>
      </pc:sldChg>
      <pc:sldChg chg="addSp delSp modSp add mod">
        <pc:chgData name="You, Jiaxuan" userId="c2504fba-d88a-4283-942c-9b63d8265259" providerId="ADAL" clId="{533A45E2-0D29-E245-BB1C-47EF083A8AC0}" dt="2025-04-15T20:15:45.143" v="3257" actId="27636"/>
        <pc:sldMkLst>
          <pc:docMk/>
          <pc:sldMk cId="4052002781" sldId="2606"/>
        </pc:sldMkLst>
        <pc:spChg chg="add del mod">
          <ac:chgData name="You, Jiaxuan" userId="c2504fba-d88a-4283-942c-9b63d8265259" providerId="ADAL" clId="{533A45E2-0D29-E245-BB1C-47EF083A8AC0}" dt="2025-04-15T20:15:45.143" v="3257" actId="27636"/>
          <ac:spMkLst>
            <pc:docMk/>
            <pc:sldMk cId="4052002781" sldId="2606"/>
            <ac:spMk id="6" creationId="{E2538F8A-A31E-5DF5-CB36-290DEC8B6F1A}"/>
          </ac:spMkLst>
        </pc:spChg>
        <pc:spChg chg="add">
          <ac:chgData name="You, Jiaxuan" userId="c2504fba-d88a-4283-942c-9b63d8265259" providerId="ADAL" clId="{533A45E2-0D29-E245-BB1C-47EF083A8AC0}" dt="2025-04-15T15:06:34.722" v="2314"/>
          <ac:spMkLst>
            <pc:docMk/>
            <pc:sldMk cId="4052002781" sldId="2606"/>
            <ac:spMk id="8" creationId="{93DE3453-EB5D-1B49-F4AC-4660F4048142}"/>
          </ac:spMkLst>
        </pc:spChg>
        <pc:graphicFrameChg chg="add mod">
          <ac:chgData name="You, Jiaxuan" userId="c2504fba-d88a-4283-942c-9b63d8265259" providerId="ADAL" clId="{533A45E2-0D29-E245-BB1C-47EF083A8AC0}" dt="2025-04-15T15:06:37.025" v="2315"/>
          <ac:graphicFrameMkLst>
            <pc:docMk/>
            <pc:sldMk cId="4052002781" sldId="2606"/>
            <ac:graphicFrameMk id="7" creationId="{9CE149B8-6796-AC12-4523-CF0C206C7129}"/>
          </ac:graphicFrameMkLst>
        </pc:graphicFrameChg>
      </pc:sldChg>
      <pc:sldChg chg="add">
        <pc:chgData name="You, Jiaxuan" userId="c2504fba-d88a-4283-942c-9b63d8265259" providerId="ADAL" clId="{533A45E2-0D29-E245-BB1C-47EF083A8AC0}" dt="2025-04-15T20:08:19.682" v="2815" actId="2890"/>
        <pc:sldMkLst>
          <pc:docMk/>
          <pc:sldMk cId="4108032466" sldId="2607"/>
        </pc:sldMkLst>
      </pc:sldChg>
    </pc:docChg>
  </pc:docChgLst>
  <pc:docChgLst>
    <pc:chgData name="Yao, Jinwei" userId="S::jinweiy@illinois.edu::e7bb2eae-67cf-4a66-b515-f5b292cddbf3" providerId="AD" clId="Web-{03F783CB-CD38-6165-1988-553CF176DC57}"/>
    <pc:docChg chg="modSld">
      <pc:chgData name="Yao, Jinwei" userId="S::jinweiy@illinois.edu::e7bb2eae-67cf-4a66-b515-f5b292cddbf3" providerId="AD" clId="Web-{03F783CB-CD38-6165-1988-553CF176DC57}" dt="2025-01-21T03:49:05.571" v="71" actId="1076"/>
      <pc:docMkLst>
        <pc:docMk/>
      </pc:docMkLst>
      <pc:sldChg chg="modSp">
        <pc:chgData name="Yao, Jinwei" userId="S::jinweiy@illinois.edu::e7bb2eae-67cf-4a66-b515-f5b292cddbf3" providerId="AD" clId="Web-{03F783CB-CD38-6165-1988-553CF176DC57}" dt="2025-01-21T03:00:57.572" v="4" actId="20577"/>
        <pc:sldMkLst>
          <pc:docMk/>
          <pc:sldMk cId="1837605648" sldId="2537"/>
        </pc:sldMkLst>
      </pc:sldChg>
      <pc:sldChg chg="modSp">
        <pc:chgData name="Yao, Jinwei" userId="S::jinweiy@illinois.edu::e7bb2eae-67cf-4a66-b515-f5b292cddbf3" providerId="AD" clId="Web-{03F783CB-CD38-6165-1988-553CF176DC57}" dt="2025-01-21T03:49:05.571" v="71" actId="1076"/>
        <pc:sldMkLst>
          <pc:docMk/>
          <pc:sldMk cId="1267394768" sldId="2542"/>
        </pc:sldMkLst>
      </pc:sldChg>
      <pc:sldChg chg="modSp">
        <pc:chgData name="Yao, Jinwei" userId="S::jinweiy@illinois.edu::e7bb2eae-67cf-4a66-b515-f5b292cddbf3" providerId="AD" clId="Web-{03F783CB-CD38-6165-1988-553CF176DC57}" dt="2025-01-21T03:35:21.746" v="61" actId="20577"/>
        <pc:sldMkLst>
          <pc:docMk/>
          <pc:sldMk cId="2437951857" sldId="2546"/>
        </pc:sldMkLst>
      </pc:sldChg>
      <pc:sldChg chg="modSp">
        <pc:chgData name="Yao, Jinwei" userId="S::jinweiy@illinois.edu::e7bb2eae-67cf-4a66-b515-f5b292cddbf3" providerId="AD" clId="Web-{03F783CB-CD38-6165-1988-553CF176DC57}" dt="2025-01-21T03:21:28.608" v="59" actId="20577"/>
        <pc:sldMkLst>
          <pc:docMk/>
          <pc:sldMk cId="1347484512" sldId="2551"/>
        </pc:sldMkLst>
      </pc:sldChg>
      <pc:sldChg chg="modSp">
        <pc:chgData name="Yao, Jinwei" userId="S::jinweiy@illinois.edu::e7bb2eae-67cf-4a66-b515-f5b292cddbf3" providerId="AD" clId="Web-{03F783CB-CD38-6165-1988-553CF176DC57}" dt="2025-01-21T03:20:17.998" v="47" actId="20577"/>
        <pc:sldMkLst>
          <pc:docMk/>
          <pc:sldMk cId="3903634529" sldId="2552"/>
        </pc:sldMkLst>
      </pc:sldChg>
    </pc:docChg>
  </pc:docChgLst>
  <pc:docChgLst>
    <pc:chgData name="Yao, Jinwei" userId="S::jinweiy@illinois.edu::e7bb2eae-67cf-4a66-b515-f5b292cddbf3" providerId="AD" clId="Web-{588DF2FA-7EA3-C0DD-A116-0DC82096D8A5}"/>
    <pc:docChg chg="addSld delSld modSld">
      <pc:chgData name="Yao, Jinwei" userId="S::jinweiy@illinois.edu::e7bb2eae-67cf-4a66-b515-f5b292cddbf3" providerId="AD" clId="Web-{588DF2FA-7EA3-C0DD-A116-0DC82096D8A5}" dt="2025-01-22T01:44:56.642" v="105" actId="20577"/>
      <pc:docMkLst>
        <pc:docMk/>
      </pc:docMkLst>
      <pc:sldChg chg="modSp">
        <pc:chgData name="Yao, Jinwei" userId="S::jinweiy@illinois.edu::e7bb2eae-67cf-4a66-b515-f5b292cddbf3" providerId="AD" clId="Web-{588DF2FA-7EA3-C0DD-A116-0DC82096D8A5}" dt="2025-01-22T01:35:51.270" v="30" actId="20577"/>
        <pc:sldMkLst>
          <pc:docMk/>
          <pc:sldMk cId="2024099689" sldId="2530"/>
        </pc:sldMkLst>
      </pc:sldChg>
      <pc:sldChg chg="modSp">
        <pc:chgData name="Yao, Jinwei" userId="S::jinweiy@illinois.edu::e7bb2eae-67cf-4a66-b515-f5b292cddbf3" providerId="AD" clId="Web-{588DF2FA-7EA3-C0DD-A116-0DC82096D8A5}" dt="2025-01-22T01:34:17.442" v="7" actId="20577"/>
        <pc:sldMkLst>
          <pc:docMk/>
          <pc:sldMk cId="828450307" sldId="2531"/>
        </pc:sldMkLst>
      </pc:sldChg>
      <pc:sldChg chg="modSp">
        <pc:chgData name="Yao, Jinwei" userId="S::jinweiy@illinois.edu::e7bb2eae-67cf-4a66-b515-f5b292cddbf3" providerId="AD" clId="Web-{588DF2FA-7EA3-C0DD-A116-0DC82096D8A5}" dt="2025-01-22T01:34:09.083" v="5" actId="20577"/>
        <pc:sldMkLst>
          <pc:docMk/>
          <pc:sldMk cId="3545514664" sldId="2533"/>
        </pc:sldMkLst>
      </pc:sldChg>
      <pc:sldChg chg="modSp">
        <pc:chgData name="Yao, Jinwei" userId="S::jinweiy@illinois.edu::e7bb2eae-67cf-4a66-b515-f5b292cddbf3" providerId="AD" clId="Web-{588DF2FA-7EA3-C0DD-A116-0DC82096D8A5}" dt="2025-01-22T01:35:20.067" v="20" actId="1076"/>
        <pc:sldMkLst>
          <pc:docMk/>
          <pc:sldMk cId="3490020487" sldId="2534"/>
        </pc:sldMkLst>
      </pc:sldChg>
      <pc:sldChg chg="modSp">
        <pc:chgData name="Yao, Jinwei" userId="S::jinweiy@illinois.edu::e7bb2eae-67cf-4a66-b515-f5b292cddbf3" providerId="AD" clId="Web-{588DF2FA-7EA3-C0DD-A116-0DC82096D8A5}" dt="2025-01-22T01:40:55.222" v="76" actId="20577"/>
        <pc:sldMkLst>
          <pc:docMk/>
          <pc:sldMk cId="1837605648" sldId="2537"/>
        </pc:sldMkLst>
      </pc:sldChg>
      <pc:sldChg chg="modSp">
        <pc:chgData name="Yao, Jinwei" userId="S::jinweiy@illinois.edu::e7bb2eae-67cf-4a66-b515-f5b292cddbf3" providerId="AD" clId="Web-{588DF2FA-7EA3-C0DD-A116-0DC82096D8A5}" dt="2025-01-22T01:40:42.331" v="75" actId="20577"/>
        <pc:sldMkLst>
          <pc:docMk/>
          <pc:sldMk cId="1613862953" sldId="2538"/>
        </pc:sldMkLst>
      </pc:sldChg>
      <pc:sldChg chg="modSp">
        <pc:chgData name="Yao, Jinwei" userId="S::jinweiy@illinois.edu::e7bb2eae-67cf-4a66-b515-f5b292cddbf3" providerId="AD" clId="Web-{588DF2FA-7EA3-C0DD-A116-0DC82096D8A5}" dt="2025-01-22T01:41:05.909" v="77" actId="20577"/>
        <pc:sldMkLst>
          <pc:docMk/>
          <pc:sldMk cId="435704204" sldId="2540"/>
        </pc:sldMkLst>
      </pc:sldChg>
      <pc:sldChg chg="modSp">
        <pc:chgData name="Yao, Jinwei" userId="S::jinweiy@illinois.edu::e7bb2eae-67cf-4a66-b515-f5b292cddbf3" providerId="AD" clId="Web-{588DF2FA-7EA3-C0DD-A116-0DC82096D8A5}" dt="2025-01-22T01:41:21.081" v="79" actId="20577"/>
        <pc:sldMkLst>
          <pc:docMk/>
          <pc:sldMk cId="2600951506" sldId="2541"/>
        </pc:sldMkLst>
      </pc:sldChg>
      <pc:sldChg chg="modSp">
        <pc:chgData name="Yao, Jinwei" userId="S::jinweiy@illinois.edu::e7bb2eae-67cf-4a66-b515-f5b292cddbf3" providerId="AD" clId="Web-{588DF2FA-7EA3-C0DD-A116-0DC82096D8A5}" dt="2025-01-22T01:41:33.878" v="81" actId="20577"/>
        <pc:sldMkLst>
          <pc:docMk/>
          <pc:sldMk cId="3539034278" sldId="2543"/>
        </pc:sldMkLst>
      </pc:sldChg>
      <pc:sldChg chg="modSp">
        <pc:chgData name="Yao, Jinwei" userId="S::jinweiy@illinois.edu::e7bb2eae-67cf-4a66-b515-f5b292cddbf3" providerId="AD" clId="Web-{588DF2FA-7EA3-C0DD-A116-0DC82096D8A5}" dt="2025-01-22T01:41:44.721" v="83" actId="20577"/>
        <pc:sldMkLst>
          <pc:docMk/>
          <pc:sldMk cId="15212653" sldId="2544"/>
        </pc:sldMkLst>
      </pc:sldChg>
      <pc:sldChg chg="modSp">
        <pc:chgData name="Yao, Jinwei" userId="S::jinweiy@illinois.edu::e7bb2eae-67cf-4a66-b515-f5b292cddbf3" providerId="AD" clId="Web-{588DF2FA-7EA3-C0DD-A116-0DC82096D8A5}" dt="2025-01-22T01:44:56.642" v="105" actId="20577"/>
        <pc:sldMkLst>
          <pc:docMk/>
          <pc:sldMk cId="1541709714" sldId="2545"/>
        </pc:sldMkLst>
      </pc:sldChg>
      <pc:sldChg chg="modSp">
        <pc:chgData name="Yao, Jinwei" userId="S::jinweiy@illinois.edu::e7bb2eae-67cf-4a66-b515-f5b292cddbf3" providerId="AD" clId="Web-{588DF2FA-7EA3-C0DD-A116-0DC82096D8A5}" dt="2025-01-22T01:40:07.003" v="74" actId="20577"/>
        <pc:sldMkLst>
          <pc:docMk/>
          <pc:sldMk cId="2437951857" sldId="2546"/>
        </pc:sldMkLst>
      </pc:sldChg>
      <pc:sldChg chg="modSp">
        <pc:chgData name="Yao, Jinwei" userId="S::jinweiy@illinois.edu::e7bb2eae-67cf-4a66-b515-f5b292cddbf3" providerId="AD" clId="Web-{588DF2FA-7EA3-C0DD-A116-0DC82096D8A5}" dt="2025-01-22T01:42:57.315" v="87" actId="20577"/>
        <pc:sldMkLst>
          <pc:docMk/>
          <pc:sldMk cId="155669644" sldId="2547"/>
        </pc:sldMkLst>
      </pc:sldChg>
      <pc:sldChg chg="modSp">
        <pc:chgData name="Yao, Jinwei" userId="S::jinweiy@illinois.edu::e7bb2eae-67cf-4a66-b515-f5b292cddbf3" providerId="AD" clId="Web-{588DF2FA-7EA3-C0DD-A116-0DC82096D8A5}" dt="2025-01-22T01:43:07.565" v="89" actId="20577"/>
        <pc:sldMkLst>
          <pc:docMk/>
          <pc:sldMk cId="2471840090" sldId="2548"/>
        </pc:sldMkLst>
      </pc:sldChg>
      <pc:sldChg chg="modSp">
        <pc:chgData name="Yao, Jinwei" userId="S::jinweiy@illinois.edu::e7bb2eae-67cf-4a66-b515-f5b292cddbf3" providerId="AD" clId="Web-{588DF2FA-7EA3-C0DD-A116-0DC82096D8A5}" dt="2025-01-22T01:43:18.705" v="91" actId="20577"/>
        <pc:sldMkLst>
          <pc:docMk/>
          <pc:sldMk cId="1530515293" sldId="2549"/>
        </pc:sldMkLst>
      </pc:sldChg>
      <pc:sldChg chg="modSp">
        <pc:chgData name="Yao, Jinwei" userId="S::jinweiy@illinois.edu::e7bb2eae-67cf-4a66-b515-f5b292cddbf3" providerId="AD" clId="Web-{588DF2FA-7EA3-C0DD-A116-0DC82096D8A5}" dt="2025-01-22T01:44:19.064" v="102" actId="14100"/>
        <pc:sldMkLst>
          <pc:docMk/>
          <pc:sldMk cId="3900553750" sldId="2550"/>
        </pc:sldMkLst>
      </pc:sldChg>
      <pc:sldChg chg="modSp">
        <pc:chgData name="Yao, Jinwei" userId="S::jinweiy@illinois.edu::e7bb2eae-67cf-4a66-b515-f5b292cddbf3" providerId="AD" clId="Web-{588DF2FA-7EA3-C0DD-A116-0DC82096D8A5}" dt="2025-01-22T01:44:02.299" v="98" actId="20577"/>
        <pc:sldMkLst>
          <pc:docMk/>
          <pc:sldMk cId="1347484512" sldId="2551"/>
        </pc:sldMkLst>
      </pc:sldChg>
      <pc:sldChg chg="modSp">
        <pc:chgData name="Yao, Jinwei" userId="S::jinweiy@illinois.edu::e7bb2eae-67cf-4a66-b515-f5b292cddbf3" providerId="AD" clId="Web-{588DF2FA-7EA3-C0DD-A116-0DC82096D8A5}" dt="2025-01-22T01:43:48.674" v="96" actId="20577"/>
        <pc:sldMkLst>
          <pc:docMk/>
          <pc:sldMk cId="3903634529" sldId="2552"/>
        </pc:sldMkLst>
      </pc:sldChg>
      <pc:sldChg chg="modSp">
        <pc:chgData name="Yao, Jinwei" userId="S::jinweiy@illinois.edu::e7bb2eae-67cf-4a66-b515-f5b292cddbf3" providerId="AD" clId="Web-{588DF2FA-7EA3-C0DD-A116-0DC82096D8A5}" dt="2025-01-22T01:43:35.362" v="93" actId="20577"/>
        <pc:sldMkLst>
          <pc:docMk/>
          <pc:sldMk cId="696745592" sldId="2553"/>
        </pc:sldMkLst>
      </pc:sldChg>
      <pc:sldChg chg="new del">
        <pc:chgData name="Yao, Jinwei" userId="S::jinweiy@illinois.edu::e7bb2eae-67cf-4a66-b515-f5b292cddbf3" providerId="AD" clId="Web-{588DF2FA-7EA3-C0DD-A116-0DC82096D8A5}" dt="2025-01-22T01:44:37.752" v="104"/>
        <pc:sldMkLst>
          <pc:docMk/>
          <pc:sldMk cId="4271047316" sldId="2566"/>
        </pc:sldMkLst>
      </pc:sldChg>
    </pc:docChg>
  </pc:docChgLst>
  <pc:docChgLst>
    <pc:chgData name="You, Jiaxuan" userId="c2504fba-d88a-4283-942c-9b63d8265259" providerId="ADAL" clId="{CBF5D09A-10CB-2742-A2AF-872B830997BB}"/>
    <pc:docChg chg="undo custSel addSld delSld modSld">
      <pc:chgData name="You, Jiaxuan" userId="c2504fba-d88a-4283-942c-9b63d8265259" providerId="ADAL" clId="{CBF5D09A-10CB-2742-A2AF-872B830997BB}" dt="2025-01-21T21:31:27.011" v="3550"/>
      <pc:docMkLst>
        <pc:docMk/>
      </pc:docMkLst>
      <pc:sldChg chg="addSp delSp modSp mod">
        <pc:chgData name="You, Jiaxuan" userId="c2504fba-d88a-4283-942c-9b63d8265259" providerId="ADAL" clId="{CBF5D09A-10CB-2742-A2AF-872B830997BB}" dt="2025-01-21T21:31:27.011" v="3550"/>
        <pc:sldMkLst>
          <pc:docMk/>
          <pc:sldMk cId="3086503586" sldId="2454"/>
        </pc:sldMkLst>
        <pc:spChg chg="mod">
          <ac:chgData name="You, Jiaxuan" userId="c2504fba-d88a-4283-942c-9b63d8265259" providerId="ADAL" clId="{CBF5D09A-10CB-2742-A2AF-872B830997BB}" dt="2025-01-21T21:30:59.221" v="3547" actId="20577"/>
          <ac:spMkLst>
            <pc:docMk/>
            <pc:sldMk cId="3086503586" sldId="2454"/>
            <ac:spMk id="2" creationId="{00000000-0000-0000-0000-000000000000}"/>
          </ac:spMkLst>
        </pc:spChg>
        <pc:spChg chg="add mod">
          <ac:chgData name="You, Jiaxuan" userId="c2504fba-d88a-4283-942c-9b63d8265259" providerId="ADAL" clId="{CBF5D09A-10CB-2742-A2AF-872B830997BB}" dt="2025-01-21T13:27:13.706" v="363"/>
          <ac:spMkLst>
            <pc:docMk/>
            <pc:sldMk cId="3086503586" sldId="2454"/>
            <ac:spMk id="5" creationId="{B5BE736F-D009-B1D8-2EC9-BB4DADF4362F}"/>
          </ac:spMkLst>
        </pc:spChg>
        <pc:spChg chg="mod">
          <ac:chgData name="You, Jiaxuan" userId="c2504fba-d88a-4283-942c-9b63d8265259" providerId="ADAL" clId="{CBF5D09A-10CB-2742-A2AF-872B830997BB}" dt="2025-01-21T21:14:03.801" v="2929" actId="1076"/>
          <ac:spMkLst>
            <pc:docMk/>
            <pc:sldMk cId="3086503586" sldId="2454"/>
            <ac:spMk id="9" creationId="{0A9FC2D7-032D-47EB-803D-B3D62F42C74E}"/>
          </ac:spMkLst>
        </pc:spChg>
        <pc:picChg chg="add del">
          <ac:chgData name="You, Jiaxuan" userId="c2504fba-d88a-4283-942c-9b63d8265259" providerId="ADAL" clId="{CBF5D09A-10CB-2742-A2AF-872B830997BB}" dt="2025-01-21T21:14:04.408" v="2930" actId="478"/>
          <ac:picMkLst>
            <pc:docMk/>
            <pc:sldMk cId="3086503586" sldId="2454"/>
            <ac:picMk id="6" creationId="{E0946BB2-21F7-8B47-AEDC-12659687C51D}"/>
          </ac:picMkLst>
        </pc:picChg>
      </pc:sldChg>
      <pc:sldChg chg="del">
        <pc:chgData name="You, Jiaxuan" userId="c2504fba-d88a-4283-942c-9b63d8265259" providerId="ADAL" clId="{CBF5D09A-10CB-2742-A2AF-872B830997BB}" dt="2025-01-21T21:13:07.759" v="2912" actId="2696"/>
        <pc:sldMkLst>
          <pc:docMk/>
          <pc:sldMk cId="3766763601" sldId="2528"/>
        </pc:sldMkLst>
      </pc:sldChg>
      <pc:sldChg chg="addSp modSp mod">
        <pc:chgData name="You, Jiaxuan" userId="c2504fba-d88a-4283-942c-9b63d8265259" providerId="ADAL" clId="{CBF5D09A-10CB-2742-A2AF-872B830997BB}" dt="2025-01-21T20:43:46.934" v="2291" actId="5793"/>
        <pc:sldMkLst>
          <pc:docMk/>
          <pc:sldMk cId="3285069267" sldId="2529"/>
        </pc:sldMkLst>
      </pc:sldChg>
      <pc:sldChg chg="addSp modSp mod">
        <pc:chgData name="You, Jiaxuan" userId="c2504fba-d88a-4283-942c-9b63d8265259" providerId="ADAL" clId="{CBF5D09A-10CB-2742-A2AF-872B830997BB}" dt="2025-01-21T21:20:19.101" v="3125" actId="20577"/>
        <pc:sldMkLst>
          <pc:docMk/>
          <pc:sldMk cId="2024099689" sldId="2530"/>
        </pc:sldMkLst>
      </pc:sldChg>
      <pc:sldChg chg="addSp modSp mod">
        <pc:chgData name="You, Jiaxuan" userId="c2504fba-d88a-4283-942c-9b63d8265259" providerId="ADAL" clId="{CBF5D09A-10CB-2742-A2AF-872B830997BB}" dt="2025-01-21T20:42:32.095" v="2189" actId="27636"/>
        <pc:sldMkLst>
          <pc:docMk/>
          <pc:sldMk cId="828450307" sldId="2531"/>
        </pc:sldMkLst>
      </pc:sldChg>
      <pc:sldChg chg="addSp modSp">
        <pc:chgData name="You, Jiaxuan" userId="c2504fba-d88a-4283-942c-9b63d8265259" providerId="ADAL" clId="{CBF5D09A-10CB-2742-A2AF-872B830997BB}" dt="2025-01-21T13:27:13.706" v="363"/>
        <pc:sldMkLst>
          <pc:docMk/>
          <pc:sldMk cId="3545514664" sldId="2533"/>
        </pc:sldMkLst>
      </pc:sldChg>
      <pc:sldChg chg="addSp modSp mod">
        <pc:chgData name="You, Jiaxuan" userId="c2504fba-d88a-4283-942c-9b63d8265259" providerId="ADAL" clId="{CBF5D09A-10CB-2742-A2AF-872B830997BB}" dt="2025-01-21T21:27:12.297" v="3545" actId="1076"/>
        <pc:sldMkLst>
          <pc:docMk/>
          <pc:sldMk cId="3490020487" sldId="2534"/>
        </pc:sldMkLst>
      </pc:sldChg>
      <pc:sldChg chg="addSp modSp">
        <pc:chgData name="You, Jiaxuan" userId="c2504fba-d88a-4283-942c-9b63d8265259" providerId="ADAL" clId="{CBF5D09A-10CB-2742-A2AF-872B830997BB}" dt="2025-01-21T13:27:13.706" v="363"/>
        <pc:sldMkLst>
          <pc:docMk/>
          <pc:sldMk cId="1837605648" sldId="2537"/>
        </pc:sldMkLst>
      </pc:sldChg>
      <pc:sldChg chg="addSp modSp mod">
        <pc:chgData name="You, Jiaxuan" userId="c2504fba-d88a-4283-942c-9b63d8265259" providerId="ADAL" clId="{CBF5D09A-10CB-2742-A2AF-872B830997BB}" dt="2025-01-21T20:46:06.947" v="2419" actId="20577"/>
        <pc:sldMkLst>
          <pc:docMk/>
          <pc:sldMk cId="1613862953" sldId="2538"/>
        </pc:sldMkLst>
      </pc:sldChg>
      <pc:sldChg chg="addSp modSp">
        <pc:chgData name="You, Jiaxuan" userId="c2504fba-d88a-4283-942c-9b63d8265259" providerId="ADAL" clId="{CBF5D09A-10CB-2742-A2AF-872B830997BB}" dt="2025-01-21T13:27:13.706" v="363"/>
        <pc:sldMkLst>
          <pc:docMk/>
          <pc:sldMk cId="435704204" sldId="2540"/>
        </pc:sldMkLst>
      </pc:sldChg>
      <pc:sldChg chg="addSp modSp mod">
        <pc:chgData name="You, Jiaxuan" userId="c2504fba-d88a-4283-942c-9b63d8265259" providerId="ADAL" clId="{CBF5D09A-10CB-2742-A2AF-872B830997BB}" dt="2025-01-21T21:21:14.453" v="3146" actId="20577"/>
        <pc:sldMkLst>
          <pc:docMk/>
          <pc:sldMk cId="2600951506" sldId="2541"/>
        </pc:sldMkLst>
      </pc:sldChg>
      <pc:sldChg chg="addSp delSp modSp mod">
        <pc:chgData name="You, Jiaxuan" userId="c2504fba-d88a-4283-942c-9b63d8265259" providerId="ADAL" clId="{CBF5D09A-10CB-2742-A2AF-872B830997BB}" dt="2025-01-21T21:25:51.435" v="3542" actId="1076"/>
        <pc:sldMkLst>
          <pc:docMk/>
          <pc:sldMk cId="1267394768" sldId="2542"/>
        </pc:sldMkLst>
      </pc:sldChg>
      <pc:sldChg chg="addSp modSp mod">
        <pc:chgData name="You, Jiaxuan" userId="c2504fba-d88a-4283-942c-9b63d8265259" providerId="ADAL" clId="{CBF5D09A-10CB-2742-A2AF-872B830997BB}" dt="2025-01-21T21:21:44.272" v="3153" actId="20577"/>
        <pc:sldMkLst>
          <pc:docMk/>
          <pc:sldMk cId="3539034278" sldId="2543"/>
        </pc:sldMkLst>
      </pc:sldChg>
      <pc:sldChg chg="addSp modSp mod">
        <pc:chgData name="You, Jiaxuan" userId="c2504fba-d88a-4283-942c-9b63d8265259" providerId="ADAL" clId="{CBF5D09A-10CB-2742-A2AF-872B830997BB}" dt="2025-01-21T21:23:58.092" v="3434" actId="20577"/>
        <pc:sldMkLst>
          <pc:docMk/>
          <pc:sldMk cId="15212653" sldId="2544"/>
        </pc:sldMkLst>
      </pc:sldChg>
      <pc:sldChg chg="addSp modSp mod">
        <pc:chgData name="You, Jiaxuan" userId="c2504fba-d88a-4283-942c-9b63d8265259" providerId="ADAL" clId="{CBF5D09A-10CB-2742-A2AF-872B830997BB}" dt="2025-01-21T21:24:34.177" v="3441" actId="2711"/>
        <pc:sldMkLst>
          <pc:docMk/>
          <pc:sldMk cId="1541709714" sldId="2545"/>
        </pc:sldMkLst>
      </pc:sldChg>
      <pc:sldChg chg="addSp modSp">
        <pc:chgData name="You, Jiaxuan" userId="c2504fba-d88a-4283-942c-9b63d8265259" providerId="ADAL" clId="{CBF5D09A-10CB-2742-A2AF-872B830997BB}" dt="2025-01-21T13:27:13.706" v="363"/>
        <pc:sldMkLst>
          <pc:docMk/>
          <pc:sldMk cId="2437951857" sldId="2546"/>
        </pc:sldMkLst>
      </pc:sldChg>
      <pc:sldChg chg="addSp modSp">
        <pc:chgData name="You, Jiaxuan" userId="c2504fba-d88a-4283-942c-9b63d8265259" providerId="ADAL" clId="{CBF5D09A-10CB-2742-A2AF-872B830997BB}" dt="2025-01-21T13:27:13.706" v="363"/>
        <pc:sldMkLst>
          <pc:docMk/>
          <pc:sldMk cId="155669644" sldId="2547"/>
        </pc:sldMkLst>
      </pc:sldChg>
      <pc:sldChg chg="addSp modSp mod">
        <pc:chgData name="You, Jiaxuan" userId="c2504fba-d88a-4283-942c-9b63d8265259" providerId="ADAL" clId="{CBF5D09A-10CB-2742-A2AF-872B830997BB}" dt="2025-01-21T20:58:32.166" v="2443" actId="20577"/>
        <pc:sldMkLst>
          <pc:docMk/>
          <pc:sldMk cId="2471840090" sldId="2548"/>
        </pc:sldMkLst>
      </pc:sldChg>
      <pc:sldChg chg="addSp modSp mod">
        <pc:chgData name="You, Jiaxuan" userId="c2504fba-d88a-4283-942c-9b63d8265259" providerId="ADAL" clId="{CBF5D09A-10CB-2742-A2AF-872B830997BB}" dt="2025-01-21T21:01:07.564" v="2521" actId="20577"/>
        <pc:sldMkLst>
          <pc:docMk/>
          <pc:sldMk cId="1530515293" sldId="2549"/>
        </pc:sldMkLst>
      </pc:sldChg>
      <pc:sldChg chg="addSp modSp mod">
        <pc:chgData name="You, Jiaxuan" userId="c2504fba-d88a-4283-942c-9b63d8265259" providerId="ADAL" clId="{CBF5D09A-10CB-2742-A2AF-872B830997BB}" dt="2025-01-21T21:04:00.490" v="2667" actId="20577"/>
        <pc:sldMkLst>
          <pc:docMk/>
          <pc:sldMk cId="3900553750" sldId="2550"/>
        </pc:sldMkLst>
      </pc:sldChg>
      <pc:sldChg chg="addSp modSp mod">
        <pc:chgData name="You, Jiaxuan" userId="c2504fba-d88a-4283-942c-9b63d8265259" providerId="ADAL" clId="{CBF5D09A-10CB-2742-A2AF-872B830997BB}" dt="2025-01-21T21:10:55.053" v="2850" actId="20577"/>
        <pc:sldMkLst>
          <pc:docMk/>
          <pc:sldMk cId="1347484512" sldId="2551"/>
        </pc:sldMkLst>
      </pc:sldChg>
      <pc:sldChg chg="addSp modSp mod">
        <pc:chgData name="You, Jiaxuan" userId="c2504fba-d88a-4283-942c-9b63d8265259" providerId="ADAL" clId="{CBF5D09A-10CB-2742-A2AF-872B830997BB}" dt="2025-01-21T21:08:35.829" v="2840" actId="1076"/>
        <pc:sldMkLst>
          <pc:docMk/>
          <pc:sldMk cId="3903634529" sldId="2552"/>
        </pc:sldMkLst>
      </pc:sldChg>
      <pc:sldChg chg="addSp modSp mod">
        <pc:chgData name="You, Jiaxuan" userId="c2504fba-d88a-4283-942c-9b63d8265259" providerId="ADAL" clId="{CBF5D09A-10CB-2742-A2AF-872B830997BB}" dt="2025-01-21T21:11:57.783" v="2895" actId="20577"/>
        <pc:sldMkLst>
          <pc:docMk/>
          <pc:sldMk cId="696745592" sldId="2553"/>
        </pc:sldMkLst>
      </pc:sldChg>
      <pc:sldChg chg="new del">
        <pc:chgData name="You, Jiaxuan" userId="c2504fba-d88a-4283-942c-9b63d8265259" providerId="ADAL" clId="{CBF5D09A-10CB-2742-A2AF-872B830997BB}" dt="2025-01-21T13:09:47.473" v="3" actId="2696"/>
        <pc:sldMkLst>
          <pc:docMk/>
          <pc:sldMk cId="1595734999" sldId="2554"/>
        </pc:sldMkLst>
      </pc:sldChg>
      <pc:sldChg chg="new del">
        <pc:chgData name="You, Jiaxuan" userId="c2504fba-d88a-4283-942c-9b63d8265259" providerId="ADAL" clId="{CBF5D09A-10CB-2742-A2AF-872B830997BB}" dt="2025-01-21T13:09:47.945" v="4" actId="2696"/>
        <pc:sldMkLst>
          <pc:docMk/>
          <pc:sldMk cId="1061583389" sldId="2555"/>
        </pc:sldMkLst>
      </pc:sldChg>
      <pc:sldChg chg="addSp modSp new mod">
        <pc:chgData name="You, Jiaxuan" userId="c2504fba-d88a-4283-942c-9b63d8265259" providerId="ADAL" clId="{CBF5D09A-10CB-2742-A2AF-872B830997BB}" dt="2025-01-21T13:38:35.994" v="760" actId="20577"/>
        <pc:sldMkLst>
          <pc:docMk/>
          <pc:sldMk cId="3973527076" sldId="2556"/>
        </pc:sldMkLst>
      </pc:sldChg>
      <pc:sldChg chg="addSp delSp modSp new mod">
        <pc:chgData name="You, Jiaxuan" userId="c2504fba-d88a-4283-942c-9b63d8265259" providerId="ADAL" clId="{CBF5D09A-10CB-2742-A2AF-872B830997BB}" dt="2025-01-21T14:39:44.124" v="1369" actId="1076"/>
        <pc:sldMkLst>
          <pc:docMk/>
          <pc:sldMk cId="1912065117" sldId="2557"/>
        </pc:sldMkLst>
      </pc:sldChg>
      <pc:sldChg chg="addSp delSp modSp new mod">
        <pc:chgData name="You, Jiaxuan" userId="c2504fba-d88a-4283-942c-9b63d8265259" providerId="ADAL" clId="{CBF5D09A-10CB-2742-A2AF-872B830997BB}" dt="2025-01-21T14:26:45.978" v="1193" actId="20577"/>
        <pc:sldMkLst>
          <pc:docMk/>
          <pc:sldMk cId="2970040368" sldId="2558"/>
        </pc:sldMkLst>
      </pc:sldChg>
      <pc:sldChg chg="addSp modSp new del mod">
        <pc:chgData name="You, Jiaxuan" userId="c2504fba-d88a-4283-942c-9b63d8265259" providerId="ADAL" clId="{CBF5D09A-10CB-2742-A2AF-872B830997BB}" dt="2025-01-21T18:19:44.425" v="1395" actId="2696"/>
        <pc:sldMkLst>
          <pc:docMk/>
          <pc:sldMk cId="15737534" sldId="2559"/>
        </pc:sldMkLst>
      </pc:sldChg>
      <pc:sldChg chg="modSp new del mod">
        <pc:chgData name="You, Jiaxuan" userId="c2504fba-d88a-4283-942c-9b63d8265259" providerId="ADAL" clId="{CBF5D09A-10CB-2742-A2AF-872B830997BB}" dt="2025-01-21T13:37:09.583" v="730" actId="2696"/>
        <pc:sldMkLst>
          <pc:docMk/>
          <pc:sldMk cId="1325906825" sldId="2559"/>
        </pc:sldMkLst>
      </pc:sldChg>
      <pc:sldChg chg="addSp delSp modSp add mod">
        <pc:chgData name="You, Jiaxuan" userId="c2504fba-d88a-4283-942c-9b63d8265259" providerId="ADAL" clId="{CBF5D09A-10CB-2742-A2AF-872B830997BB}" dt="2025-01-21T14:40:43.072" v="1394" actId="20577"/>
        <pc:sldMkLst>
          <pc:docMk/>
          <pc:sldMk cId="2675559008" sldId="2560"/>
        </pc:sldMkLst>
      </pc:sldChg>
      <pc:sldChg chg="modSp new mod">
        <pc:chgData name="You, Jiaxuan" userId="c2504fba-d88a-4283-942c-9b63d8265259" providerId="ADAL" clId="{CBF5D09A-10CB-2742-A2AF-872B830997BB}" dt="2025-01-21T20:38:25.967" v="2173" actId="27636"/>
        <pc:sldMkLst>
          <pc:docMk/>
          <pc:sldMk cId="2634132520" sldId="2561"/>
        </pc:sldMkLst>
      </pc:sldChg>
      <pc:sldChg chg="new del">
        <pc:chgData name="You, Jiaxuan" userId="c2504fba-d88a-4283-942c-9b63d8265259" providerId="ADAL" clId="{CBF5D09A-10CB-2742-A2AF-872B830997BB}" dt="2025-01-21T20:39:44.769" v="2175" actId="2696"/>
        <pc:sldMkLst>
          <pc:docMk/>
          <pc:sldMk cId="3098901901" sldId="2562"/>
        </pc:sldMkLst>
      </pc:sldChg>
      <pc:sldChg chg="add del">
        <pc:chgData name="You, Jiaxuan" userId="c2504fba-d88a-4283-942c-9b63d8265259" providerId="ADAL" clId="{CBF5D09A-10CB-2742-A2AF-872B830997BB}" dt="2025-01-21T18:26:02.115" v="1498" actId="2696"/>
        <pc:sldMkLst>
          <pc:docMk/>
          <pc:sldMk cId="1261585937" sldId="2563"/>
        </pc:sldMkLst>
      </pc:sldChg>
      <pc:sldChg chg="addSp delSp modSp new mod">
        <pc:chgData name="You, Jiaxuan" userId="c2504fba-d88a-4283-942c-9b63d8265259" providerId="ADAL" clId="{CBF5D09A-10CB-2742-A2AF-872B830997BB}" dt="2025-01-21T18:25:50.858" v="1497" actId="20577"/>
        <pc:sldMkLst>
          <pc:docMk/>
          <pc:sldMk cId="3026911413" sldId="2564"/>
        </pc:sldMkLst>
      </pc:sldChg>
      <pc:sldChg chg="addSp modSp new mod">
        <pc:chgData name="You, Jiaxuan" userId="c2504fba-d88a-4283-942c-9b63d8265259" providerId="ADAL" clId="{CBF5D09A-10CB-2742-A2AF-872B830997BB}" dt="2025-01-21T21:13:06.222" v="2911" actId="1076"/>
        <pc:sldMkLst>
          <pc:docMk/>
          <pc:sldMk cId="3823201098" sldId="2565"/>
        </pc:sldMkLst>
      </pc:sldChg>
    </pc:docChg>
  </pc:docChgLst>
  <pc:docChgLst>
    <pc:chgData name="Yao, Jinwei" userId="S::jinweiy@illinois.edu::e7bb2eae-67cf-4a66-b515-f5b292cddbf3" providerId="AD" clId="Web-{77398CAB-3C9E-C858-71A5-1C8B9F6B33BB}"/>
    <pc:docChg chg="modSld">
      <pc:chgData name="Yao, Jinwei" userId="S::jinweiy@illinois.edu::e7bb2eae-67cf-4a66-b515-f5b292cddbf3" providerId="AD" clId="Web-{77398CAB-3C9E-C858-71A5-1C8B9F6B33BB}" dt="2025-01-20T15:14:50.325" v="16" actId="20577"/>
      <pc:docMkLst>
        <pc:docMk/>
      </pc:docMkLst>
      <pc:sldChg chg="modSp">
        <pc:chgData name="Yao, Jinwei" userId="S::jinweiy@illinois.edu::e7bb2eae-67cf-4a66-b515-f5b292cddbf3" providerId="AD" clId="Web-{77398CAB-3C9E-C858-71A5-1C8B9F6B33BB}" dt="2025-01-20T15:14:39.153" v="11" actId="20577"/>
        <pc:sldMkLst>
          <pc:docMk/>
          <pc:sldMk cId="1530515293" sldId="2549"/>
        </pc:sldMkLst>
      </pc:sldChg>
      <pc:sldChg chg="modSp">
        <pc:chgData name="Yao, Jinwei" userId="S::jinweiy@illinois.edu::e7bb2eae-67cf-4a66-b515-f5b292cddbf3" providerId="AD" clId="Web-{77398CAB-3C9E-C858-71A5-1C8B9F6B33BB}" dt="2025-01-20T15:14:50.325" v="16" actId="20577"/>
        <pc:sldMkLst>
          <pc:docMk/>
          <pc:sldMk cId="3900553750" sldId="2550"/>
        </pc:sldMkLst>
      </pc:sldChg>
    </pc:docChg>
  </pc:docChgLst>
  <pc:docChgLst>
    <pc:chgData name="Yao, Jinwei" userId="S::jinweiy@illinois.edu::e7bb2eae-67cf-4a66-b515-f5b292cddbf3" providerId="AD" clId="Web-{72BD0080-5F99-62AF-CF9A-5CA9BFA2BA8A}"/>
    <pc:docChg chg="delSld">
      <pc:chgData name="Yao, Jinwei" userId="S::jinweiy@illinois.edu::e7bb2eae-67cf-4a66-b515-f5b292cddbf3" providerId="AD" clId="Web-{72BD0080-5F99-62AF-CF9A-5CA9BFA2BA8A}" dt="2025-01-20T02:37:44.004" v="38"/>
      <pc:docMkLst>
        <pc:docMk/>
      </pc:docMkLst>
      <pc:sldChg chg="del">
        <pc:chgData name="Yao, Jinwei" userId="S::jinweiy@illinois.edu::e7bb2eae-67cf-4a66-b515-f5b292cddbf3" providerId="AD" clId="Web-{72BD0080-5F99-62AF-CF9A-5CA9BFA2BA8A}" dt="2025-01-20T02:36:56.472" v="0"/>
        <pc:sldMkLst>
          <pc:docMk/>
          <pc:sldMk cId="2724634298" sldId="2489"/>
        </pc:sldMkLst>
      </pc:sldChg>
      <pc:sldChg chg="del">
        <pc:chgData name="Yao, Jinwei" userId="S::jinweiy@illinois.edu::e7bb2eae-67cf-4a66-b515-f5b292cddbf3" providerId="AD" clId="Web-{72BD0080-5F99-62AF-CF9A-5CA9BFA2BA8A}" dt="2025-01-20T02:36:59.019" v="2"/>
        <pc:sldMkLst>
          <pc:docMk/>
          <pc:sldMk cId="1606829398" sldId="2490"/>
        </pc:sldMkLst>
      </pc:sldChg>
      <pc:sldChg chg="del">
        <pc:chgData name="Yao, Jinwei" userId="S::jinweiy@illinois.edu::e7bb2eae-67cf-4a66-b515-f5b292cddbf3" providerId="AD" clId="Web-{72BD0080-5F99-62AF-CF9A-5CA9BFA2BA8A}" dt="2025-01-20T02:36:58.129" v="1"/>
        <pc:sldMkLst>
          <pc:docMk/>
          <pc:sldMk cId="1738543911" sldId="2491"/>
        </pc:sldMkLst>
      </pc:sldChg>
      <pc:sldChg chg="del">
        <pc:chgData name="Yao, Jinwei" userId="S::jinweiy@illinois.edu::e7bb2eae-67cf-4a66-b515-f5b292cddbf3" providerId="AD" clId="Web-{72BD0080-5F99-62AF-CF9A-5CA9BFA2BA8A}" dt="2025-01-20T02:37:00.613" v="5"/>
        <pc:sldMkLst>
          <pc:docMk/>
          <pc:sldMk cId="1695042322" sldId="2492"/>
        </pc:sldMkLst>
      </pc:sldChg>
      <pc:sldChg chg="del">
        <pc:chgData name="Yao, Jinwei" userId="S::jinweiy@illinois.edu::e7bb2eae-67cf-4a66-b515-f5b292cddbf3" providerId="AD" clId="Web-{72BD0080-5F99-62AF-CF9A-5CA9BFA2BA8A}" dt="2025-01-20T02:37:00.113" v="4"/>
        <pc:sldMkLst>
          <pc:docMk/>
          <pc:sldMk cId="1948663164" sldId="2493"/>
        </pc:sldMkLst>
      </pc:sldChg>
      <pc:sldChg chg="del">
        <pc:chgData name="Yao, Jinwei" userId="S::jinweiy@illinois.edu::e7bb2eae-67cf-4a66-b515-f5b292cddbf3" providerId="AD" clId="Web-{72BD0080-5F99-62AF-CF9A-5CA9BFA2BA8A}" dt="2025-01-20T02:36:59.504" v="3"/>
        <pc:sldMkLst>
          <pc:docMk/>
          <pc:sldMk cId="3544402396" sldId="2494"/>
        </pc:sldMkLst>
      </pc:sldChg>
      <pc:sldChg chg="del">
        <pc:chgData name="Yao, Jinwei" userId="S::jinweiy@illinois.edu::e7bb2eae-67cf-4a66-b515-f5b292cddbf3" providerId="AD" clId="Web-{72BD0080-5F99-62AF-CF9A-5CA9BFA2BA8A}" dt="2025-01-20T02:37:01.254" v="6"/>
        <pc:sldMkLst>
          <pc:docMk/>
          <pc:sldMk cId="874916469" sldId="2495"/>
        </pc:sldMkLst>
      </pc:sldChg>
      <pc:sldChg chg="del">
        <pc:chgData name="Yao, Jinwei" userId="S::jinweiy@illinois.edu::e7bb2eae-67cf-4a66-b515-f5b292cddbf3" providerId="AD" clId="Web-{72BD0080-5F99-62AF-CF9A-5CA9BFA2BA8A}" dt="2025-01-20T02:37:02.316" v="7"/>
        <pc:sldMkLst>
          <pc:docMk/>
          <pc:sldMk cId="1754997057" sldId="2496"/>
        </pc:sldMkLst>
      </pc:sldChg>
      <pc:sldChg chg="del">
        <pc:chgData name="Yao, Jinwei" userId="S::jinweiy@illinois.edu::e7bb2eae-67cf-4a66-b515-f5b292cddbf3" providerId="AD" clId="Web-{72BD0080-5F99-62AF-CF9A-5CA9BFA2BA8A}" dt="2025-01-20T02:37:10.144" v="8"/>
        <pc:sldMkLst>
          <pc:docMk/>
          <pc:sldMk cId="1079185154" sldId="2497"/>
        </pc:sldMkLst>
      </pc:sldChg>
      <pc:sldChg chg="del">
        <pc:chgData name="Yao, Jinwei" userId="S::jinweiy@illinois.edu::e7bb2eae-67cf-4a66-b515-f5b292cddbf3" providerId="AD" clId="Web-{72BD0080-5F99-62AF-CF9A-5CA9BFA2BA8A}" dt="2025-01-20T02:37:10.973" v="9"/>
        <pc:sldMkLst>
          <pc:docMk/>
          <pc:sldMk cId="3698910254" sldId="2498"/>
        </pc:sldMkLst>
      </pc:sldChg>
      <pc:sldChg chg="del">
        <pc:chgData name="Yao, Jinwei" userId="S::jinweiy@illinois.edu::e7bb2eae-67cf-4a66-b515-f5b292cddbf3" providerId="AD" clId="Web-{72BD0080-5F99-62AF-CF9A-5CA9BFA2BA8A}" dt="2025-01-20T02:37:11.941" v="10"/>
        <pc:sldMkLst>
          <pc:docMk/>
          <pc:sldMk cId="2733533984" sldId="2499"/>
        </pc:sldMkLst>
      </pc:sldChg>
      <pc:sldChg chg="del">
        <pc:chgData name="Yao, Jinwei" userId="S::jinweiy@illinois.edu::e7bb2eae-67cf-4a66-b515-f5b292cddbf3" providerId="AD" clId="Web-{72BD0080-5F99-62AF-CF9A-5CA9BFA2BA8A}" dt="2025-01-20T02:37:12.801" v="11"/>
        <pc:sldMkLst>
          <pc:docMk/>
          <pc:sldMk cId="3472064210" sldId="2500"/>
        </pc:sldMkLst>
      </pc:sldChg>
      <pc:sldChg chg="del">
        <pc:chgData name="Yao, Jinwei" userId="S::jinweiy@illinois.edu::e7bb2eae-67cf-4a66-b515-f5b292cddbf3" providerId="AD" clId="Web-{72BD0080-5F99-62AF-CF9A-5CA9BFA2BA8A}" dt="2025-01-20T02:37:13.894" v="12"/>
        <pc:sldMkLst>
          <pc:docMk/>
          <pc:sldMk cId="3413316570" sldId="2501"/>
        </pc:sldMkLst>
      </pc:sldChg>
      <pc:sldChg chg="del">
        <pc:chgData name="Yao, Jinwei" userId="S::jinweiy@illinois.edu::e7bb2eae-67cf-4a66-b515-f5b292cddbf3" providerId="AD" clId="Web-{72BD0080-5F99-62AF-CF9A-5CA9BFA2BA8A}" dt="2025-01-20T02:37:14.832" v="13"/>
        <pc:sldMkLst>
          <pc:docMk/>
          <pc:sldMk cId="1684655401" sldId="2502"/>
        </pc:sldMkLst>
      </pc:sldChg>
      <pc:sldChg chg="del">
        <pc:chgData name="Yao, Jinwei" userId="S::jinweiy@illinois.edu::e7bb2eae-67cf-4a66-b515-f5b292cddbf3" providerId="AD" clId="Web-{72BD0080-5F99-62AF-CF9A-5CA9BFA2BA8A}" dt="2025-01-20T02:37:15.738" v="14"/>
        <pc:sldMkLst>
          <pc:docMk/>
          <pc:sldMk cId="483376215" sldId="2503"/>
        </pc:sldMkLst>
      </pc:sldChg>
      <pc:sldChg chg="del">
        <pc:chgData name="Yao, Jinwei" userId="S::jinweiy@illinois.edu::e7bb2eae-67cf-4a66-b515-f5b292cddbf3" providerId="AD" clId="Web-{72BD0080-5F99-62AF-CF9A-5CA9BFA2BA8A}" dt="2025-01-20T02:37:16.457" v="15"/>
        <pc:sldMkLst>
          <pc:docMk/>
          <pc:sldMk cId="1983069384" sldId="2504"/>
        </pc:sldMkLst>
      </pc:sldChg>
      <pc:sldChg chg="del">
        <pc:chgData name="Yao, Jinwei" userId="S::jinweiy@illinois.edu::e7bb2eae-67cf-4a66-b515-f5b292cddbf3" providerId="AD" clId="Web-{72BD0080-5F99-62AF-CF9A-5CA9BFA2BA8A}" dt="2025-01-20T02:37:17.066" v="16"/>
        <pc:sldMkLst>
          <pc:docMk/>
          <pc:sldMk cId="3390681550" sldId="2505"/>
        </pc:sldMkLst>
      </pc:sldChg>
      <pc:sldChg chg="del">
        <pc:chgData name="Yao, Jinwei" userId="S::jinweiy@illinois.edu::e7bb2eae-67cf-4a66-b515-f5b292cddbf3" providerId="AD" clId="Web-{72BD0080-5F99-62AF-CF9A-5CA9BFA2BA8A}" dt="2025-01-20T02:37:18.332" v="17"/>
        <pc:sldMkLst>
          <pc:docMk/>
          <pc:sldMk cId="3526876564" sldId="2506"/>
        </pc:sldMkLst>
      </pc:sldChg>
      <pc:sldChg chg="del">
        <pc:chgData name="Yao, Jinwei" userId="S::jinweiy@illinois.edu::e7bb2eae-67cf-4a66-b515-f5b292cddbf3" providerId="AD" clId="Web-{72BD0080-5F99-62AF-CF9A-5CA9BFA2BA8A}" dt="2025-01-20T02:37:19.285" v="19"/>
        <pc:sldMkLst>
          <pc:docMk/>
          <pc:sldMk cId="1792910051" sldId="2507"/>
        </pc:sldMkLst>
      </pc:sldChg>
      <pc:sldChg chg="del">
        <pc:chgData name="Yao, Jinwei" userId="S::jinweiy@illinois.edu::e7bb2eae-67cf-4a66-b515-f5b292cddbf3" providerId="AD" clId="Web-{72BD0080-5F99-62AF-CF9A-5CA9BFA2BA8A}" dt="2025-01-20T02:37:18.785" v="18"/>
        <pc:sldMkLst>
          <pc:docMk/>
          <pc:sldMk cId="1299934641" sldId="2508"/>
        </pc:sldMkLst>
      </pc:sldChg>
      <pc:sldChg chg="del">
        <pc:chgData name="Yao, Jinwei" userId="S::jinweiy@illinois.edu::e7bb2eae-67cf-4a66-b515-f5b292cddbf3" providerId="AD" clId="Web-{72BD0080-5F99-62AF-CF9A-5CA9BFA2BA8A}" dt="2025-01-20T02:37:19.910" v="20"/>
        <pc:sldMkLst>
          <pc:docMk/>
          <pc:sldMk cId="486183680" sldId="2509"/>
        </pc:sldMkLst>
      </pc:sldChg>
      <pc:sldChg chg="del">
        <pc:chgData name="Yao, Jinwei" userId="S::jinweiy@illinois.edu::e7bb2eae-67cf-4a66-b515-f5b292cddbf3" providerId="AD" clId="Web-{72BD0080-5F99-62AF-CF9A-5CA9BFA2BA8A}" dt="2025-01-20T02:37:20.660" v="21"/>
        <pc:sldMkLst>
          <pc:docMk/>
          <pc:sldMk cId="3740487149" sldId="2510"/>
        </pc:sldMkLst>
      </pc:sldChg>
      <pc:sldChg chg="del">
        <pc:chgData name="Yao, Jinwei" userId="S::jinweiy@illinois.edu::e7bb2eae-67cf-4a66-b515-f5b292cddbf3" providerId="AD" clId="Web-{72BD0080-5F99-62AF-CF9A-5CA9BFA2BA8A}" dt="2025-01-20T02:37:21.691" v="22"/>
        <pc:sldMkLst>
          <pc:docMk/>
          <pc:sldMk cId="855821342" sldId="2511"/>
        </pc:sldMkLst>
      </pc:sldChg>
      <pc:sldChg chg="del">
        <pc:chgData name="Yao, Jinwei" userId="S::jinweiy@illinois.edu::e7bb2eae-67cf-4a66-b515-f5b292cddbf3" providerId="AD" clId="Web-{72BD0080-5F99-62AF-CF9A-5CA9BFA2BA8A}" dt="2025-01-20T02:37:22.566" v="23"/>
        <pc:sldMkLst>
          <pc:docMk/>
          <pc:sldMk cId="1401413519" sldId="2512"/>
        </pc:sldMkLst>
      </pc:sldChg>
      <pc:sldChg chg="del">
        <pc:chgData name="Yao, Jinwei" userId="S::jinweiy@illinois.edu::e7bb2eae-67cf-4a66-b515-f5b292cddbf3" providerId="AD" clId="Web-{72BD0080-5F99-62AF-CF9A-5CA9BFA2BA8A}" dt="2025-01-20T02:37:23.426" v="24"/>
        <pc:sldMkLst>
          <pc:docMk/>
          <pc:sldMk cId="2562715403" sldId="2513"/>
        </pc:sldMkLst>
      </pc:sldChg>
      <pc:sldChg chg="del">
        <pc:chgData name="Yao, Jinwei" userId="S::jinweiy@illinois.edu::e7bb2eae-67cf-4a66-b515-f5b292cddbf3" providerId="AD" clId="Web-{72BD0080-5F99-62AF-CF9A-5CA9BFA2BA8A}" dt="2025-01-20T02:37:24.223" v="25"/>
        <pc:sldMkLst>
          <pc:docMk/>
          <pc:sldMk cId="2527916071" sldId="2514"/>
        </pc:sldMkLst>
      </pc:sldChg>
      <pc:sldChg chg="del">
        <pc:chgData name="Yao, Jinwei" userId="S::jinweiy@illinois.edu::e7bb2eae-67cf-4a66-b515-f5b292cddbf3" providerId="AD" clId="Web-{72BD0080-5F99-62AF-CF9A-5CA9BFA2BA8A}" dt="2025-01-20T02:37:25.457" v="26"/>
        <pc:sldMkLst>
          <pc:docMk/>
          <pc:sldMk cId="4182637237" sldId="2515"/>
        </pc:sldMkLst>
      </pc:sldChg>
      <pc:sldChg chg="del">
        <pc:chgData name="Yao, Jinwei" userId="S::jinweiy@illinois.edu::e7bb2eae-67cf-4a66-b515-f5b292cddbf3" providerId="AD" clId="Web-{72BD0080-5F99-62AF-CF9A-5CA9BFA2BA8A}" dt="2025-01-20T02:37:26.535" v="27"/>
        <pc:sldMkLst>
          <pc:docMk/>
          <pc:sldMk cId="3976663493" sldId="2516"/>
        </pc:sldMkLst>
      </pc:sldChg>
      <pc:sldChg chg="del">
        <pc:chgData name="Yao, Jinwei" userId="S::jinweiy@illinois.edu::e7bb2eae-67cf-4a66-b515-f5b292cddbf3" providerId="AD" clId="Web-{72BD0080-5F99-62AF-CF9A-5CA9BFA2BA8A}" dt="2025-01-20T02:37:27.301" v="28"/>
        <pc:sldMkLst>
          <pc:docMk/>
          <pc:sldMk cId="2293490024" sldId="2517"/>
        </pc:sldMkLst>
      </pc:sldChg>
      <pc:sldChg chg="del">
        <pc:chgData name="Yao, Jinwei" userId="S::jinweiy@illinois.edu::e7bb2eae-67cf-4a66-b515-f5b292cddbf3" providerId="AD" clId="Web-{72BD0080-5F99-62AF-CF9A-5CA9BFA2BA8A}" dt="2025-01-20T02:37:28.441" v="29"/>
        <pc:sldMkLst>
          <pc:docMk/>
          <pc:sldMk cId="628080685" sldId="2518"/>
        </pc:sldMkLst>
      </pc:sldChg>
      <pc:sldChg chg="del">
        <pc:chgData name="Yao, Jinwei" userId="S::jinweiy@illinois.edu::e7bb2eae-67cf-4a66-b515-f5b292cddbf3" providerId="AD" clId="Web-{72BD0080-5F99-62AF-CF9A-5CA9BFA2BA8A}" dt="2025-01-20T02:37:29.145" v="30"/>
        <pc:sldMkLst>
          <pc:docMk/>
          <pc:sldMk cId="3272066264" sldId="2519"/>
        </pc:sldMkLst>
      </pc:sldChg>
      <pc:sldChg chg="del">
        <pc:chgData name="Yao, Jinwei" userId="S::jinweiy@illinois.edu::e7bb2eae-67cf-4a66-b515-f5b292cddbf3" providerId="AD" clId="Web-{72BD0080-5F99-62AF-CF9A-5CA9BFA2BA8A}" dt="2025-01-20T02:37:29.816" v="31"/>
        <pc:sldMkLst>
          <pc:docMk/>
          <pc:sldMk cId="3295625753" sldId="2520"/>
        </pc:sldMkLst>
      </pc:sldChg>
      <pc:sldChg chg="del">
        <pc:chgData name="Yao, Jinwei" userId="S::jinweiy@illinois.edu::e7bb2eae-67cf-4a66-b515-f5b292cddbf3" providerId="AD" clId="Web-{72BD0080-5F99-62AF-CF9A-5CA9BFA2BA8A}" dt="2025-01-20T02:37:30.473" v="32"/>
        <pc:sldMkLst>
          <pc:docMk/>
          <pc:sldMk cId="2368364674" sldId="2521"/>
        </pc:sldMkLst>
      </pc:sldChg>
      <pc:sldChg chg="del">
        <pc:chgData name="Yao, Jinwei" userId="S::jinweiy@illinois.edu::e7bb2eae-67cf-4a66-b515-f5b292cddbf3" providerId="AD" clId="Web-{72BD0080-5F99-62AF-CF9A-5CA9BFA2BA8A}" dt="2025-01-20T02:37:31.551" v="33"/>
        <pc:sldMkLst>
          <pc:docMk/>
          <pc:sldMk cId="1767590876" sldId="2522"/>
        </pc:sldMkLst>
      </pc:sldChg>
      <pc:sldChg chg="del">
        <pc:chgData name="Yao, Jinwei" userId="S::jinweiy@illinois.edu::e7bb2eae-67cf-4a66-b515-f5b292cddbf3" providerId="AD" clId="Web-{72BD0080-5F99-62AF-CF9A-5CA9BFA2BA8A}" dt="2025-01-20T02:37:32.238" v="34"/>
        <pc:sldMkLst>
          <pc:docMk/>
          <pc:sldMk cId="367848877" sldId="2523"/>
        </pc:sldMkLst>
      </pc:sldChg>
      <pc:sldChg chg="del">
        <pc:chgData name="Yao, Jinwei" userId="S::jinweiy@illinois.edu::e7bb2eae-67cf-4a66-b515-f5b292cddbf3" providerId="AD" clId="Web-{72BD0080-5F99-62AF-CF9A-5CA9BFA2BA8A}" dt="2025-01-20T02:37:33.395" v="35"/>
        <pc:sldMkLst>
          <pc:docMk/>
          <pc:sldMk cId="2156415433" sldId="2524"/>
        </pc:sldMkLst>
      </pc:sldChg>
      <pc:sldChg chg="del">
        <pc:chgData name="Yao, Jinwei" userId="S::jinweiy@illinois.edu::e7bb2eae-67cf-4a66-b515-f5b292cddbf3" providerId="AD" clId="Web-{72BD0080-5F99-62AF-CF9A-5CA9BFA2BA8A}" dt="2025-01-20T02:37:34.098" v="36"/>
        <pc:sldMkLst>
          <pc:docMk/>
          <pc:sldMk cId="3035351550" sldId="2525"/>
        </pc:sldMkLst>
      </pc:sldChg>
      <pc:sldChg chg="del">
        <pc:chgData name="Yao, Jinwei" userId="S::jinweiy@illinois.edu::e7bb2eae-67cf-4a66-b515-f5b292cddbf3" providerId="AD" clId="Web-{72BD0080-5F99-62AF-CF9A-5CA9BFA2BA8A}" dt="2025-01-20T02:37:44.004" v="38"/>
        <pc:sldMkLst>
          <pc:docMk/>
          <pc:sldMk cId="393139322" sldId="2526"/>
        </pc:sldMkLst>
      </pc:sldChg>
      <pc:sldChg chg="del">
        <pc:chgData name="Yao, Jinwei" userId="S::jinweiy@illinois.edu::e7bb2eae-67cf-4a66-b515-f5b292cddbf3" providerId="AD" clId="Web-{72BD0080-5F99-62AF-CF9A-5CA9BFA2BA8A}" dt="2025-01-20T02:37:43.051" v="37"/>
        <pc:sldMkLst>
          <pc:docMk/>
          <pc:sldMk cId="53441390" sldId="252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937" cy="3652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180" y="0"/>
            <a:ext cx="4160937" cy="3652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E28C4F-4FE9-4D22-93D8-487A4D01D983}" type="datetimeFigureOut">
              <a:rPr lang="en-US" smtClean="0"/>
              <a:pPr/>
              <a:t>4/15/25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715"/>
            <a:ext cx="4160937" cy="36527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180" y="6948715"/>
            <a:ext cx="4160937" cy="36527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390F-F66B-4732-9C46-6C80D0575F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49601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8" y="0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EE18CB36-612C-4E4A-AC83-E89476AEC2BF}" type="datetimeFigureOut">
              <a:rPr lang="en-US" smtClean="0"/>
              <a:pPr/>
              <a:t>4/15/25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0" y="3474720"/>
            <a:ext cx="7680960" cy="32918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8" y="6948171"/>
            <a:ext cx="4160520" cy="3657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E707532-839C-41A2-9E71-D5288AEAE6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6497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549275"/>
            <a:ext cx="4876800" cy="2743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707532-839C-41A2-9E71-D5288AEAE66A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171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4406908"/>
            <a:ext cx="10363200" cy="1362075"/>
          </a:xfrm>
        </p:spPr>
        <p:txBody>
          <a:bodyPr anchor="t"/>
          <a:lstStyle>
            <a:lvl1pPr algn="l">
              <a:defRPr sz="4400" b="0" cap="none"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  <a:latin typeface="Corbel" panose="020B0503020204020204" pitchFamily="34" charset="0"/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25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25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25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25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25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2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BBB1EAA-44F3-8F38-1C3D-13E18CDCFB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700370"/>
            <a:ext cx="2844800" cy="161925"/>
          </a:xfrm>
          <a:prstGeom prst="rect">
            <a:avLst/>
          </a:prstGeom>
        </p:spPr>
        <p:txBody>
          <a:bodyPr/>
          <a:lstStyle>
            <a:lvl1pPr>
              <a:defRPr lang="en-US" sz="1000" i="1" kern="1200" dirty="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fld id="{F0B16D58-B50A-AB47-9772-39FAD8862975}" type="datetime1">
              <a:rPr lang="en-US" smtClean="0"/>
              <a:t>4/15/25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40BC891-845D-E0D9-4DAC-1D50792C2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46400" y="6695668"/>
            <a:ext cx="6299200" cy="166627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i="1">
                <a:ea typeface="Helvetica Neue" panose="02000503000000020004" pitchFamily="2" charset="0"/>
              </a:rPr>
              <a:t>CS598: Topics in LLM Agents, Jiaxuan You</a:t>
            </a:r>
            <a:endParaRPr lang="en-US" i="1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2479085-3C22-C813-526F-E6670FDF9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700370"/>
            <a:ext cx="2844800" cy="161925"/>
          </a:xfrm>
          <a:prstGeom prst="rect">
            <a:avLst/>
          </a:prstGeom>
        </p:spPr>
        <p:txBody>
          <a:bodyPr/>
          <a:lstStyle>
            <a:lvl1pPr>
              <a:defRPr lang="en-US" sz="1000" i="1" kern="120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fld id="{4D267013-DFFC-4352-B274-32112D0CCE19}" type="slidenum">
              <a:rPr lang="en-CN" smtClean="0"/>
              <a:pPr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60762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FE71FE6-13F5-CF08-72B9-A9A3538F89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700370"/>
            <a:ext cx="2844800" cy="161925"/>
          </a:xfrm>
          <a:prstGeom prst="rect">
            <a:avLst/>
          </a:prstGeom>
        </p:spPr>
        <p:txBody>
          <a:bodyPr/>
          <a:lstStyle>
            <a:lvl1pPr>
              <a:defRPr lang="en-US" sz="1000" i="1" kern="1200" dirty="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fld id="{0A1F10C4-CAAB-D744-B5DF-7591E3963A86}" type="datetime1">
              <a:rPr lang="en-US" smtClean="0"/>
              <a:t>4/15/25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58469E-8180-6237-AA99-46C192DF1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46400" y="6695668"/>
            <a:ext cx="6299200" cy="166627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i="1">
                <a:ea typeface="Helvetica Neue" panose="02000503000000020004" pitchFamily="2" charset="0"/>
              </a:rPr>
              <a:t>CS598: Topics in LLM Agents, Jiaxuan You</a:t>
            </a:r>
            <a:endParaRPr lang="en-US" i="1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C076A07-1124-9D9E-2AC3-3B432160D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700370"/>
            <a:ext cx="2844800" cy="161925"/>
          </a:xfrm>
          <a:prstGeom prst="rect">
            <a:avLst/>
          </a:prstGeom>
        </p:spPr>
        <p:txBody>
          <a:bodyPr/>
          <a:lstStyle>
            <a:lvl1pPr>
              <a:defRPr lang="en-US" sz="1000" i="1" kern="120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fld id="{4D267013-DFFC-4352-B274-32112D0CCE19}" type="slidenum">
              <a:rPr lang="en-CN" smtClean="0"/>
              <a:pPr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21043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53F59-354C-4D70-41E5-491D176D8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408DB5E-6B0F-F5B9-2503-3EBB35B41D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700370"/>
            <a:ext cx="2844800" cy="161925"/>
          </a:xfrm>
          <a:prstGeom prst="rect">
            <a:avLst/>
          </a:prstGeom>
        </p:spPr>
        <p:txBody>
          <a:bodyPr/>
          <a:lstStyle>
            <a:lvl1pPr>
              <a:defRPr lang="en-US" sz="1000" i="1" kern="1200" dirty="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fld id="{E71F5945-3BB9-8F41-BE51-13D22614A93A}" type="datetime1">
              <a:rPr lang="en-US" smtClean="0"/>
              <a:t>4/15/25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5547F2E-ACEA-F77A-E727-EFC25D8A9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46400" y="6695668"/>
            <a:ext cx="6299200" cy="166627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i="1">
                <a:ea typeface="Helvetica Neue" panose="02000503000000020004" pitchFamily="2" charset="0"/>
              </a:rPr>
              <a:t>CS598: Topics in LLM Agents, Jiaxuan You</a:t>
            </a:r>
            <a:endParaRPr lang="en-US" i="1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1DBF10A-CDA4-96E6-27AB-9937F2FB6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700370"/>
            <a:ext cx="2844800" cy="161925"/>
          </a:xfrm>
          <a:prstGeom prst="rect">
            <a:avLst/>
          </a:prstGeom>
        </p:spPr>
        <p:txBody>
          <a:bodyPr/>
          <a:lstStyle>
            <a:lvl1pPr>
              <a:defRPr lang="en-US" sz="1000" i="1" kern="120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fld id="{4D267013-DFFC-4352-B274-32112D0CCE19}" type="slidenum">
              <a:rPr lang="en-CN" smtClean="0"/>
              <a:pPr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28038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7"/>
            <a:ext cx="5384800" cy="5079999"/>
          </a:xfrm>
        </p:spPr>
        <p:txBody>
          <a:bodyPr/>
          <a:lstStyle>
            <a:lvl1pPr marL="0" indent="0">
              <a:buNone/>
              <a:defRPr sz="2775"/>
            </a:lvl1pPr>
            <a:lvl2pPr>
              <a:defRPr sz="2400"/>
            </a:lvl2pPr>
            <a:lvl3pPr>
              <a:defRPr sz="2025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892" marR="0" lvl="0" indent="-342892" algn="l" defTabSz="9143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5F05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Helvetica Neue Light" charset="0"/>
                <a:cs typeface="Calibri" panose="020F0502020204030204" pitchFamily="34" charset="0"/>
              </a:rPr>
              <a:t>Click to edit Master text styles</a:t>
            </a:r>
          </a:p>
          <a:p>
            <a:pPr marL="742931" marR="0" lvl="1" indent="-285743" algn="l" defTabSz="9143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5F05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Helvetica Neue Light" charset="0"/>
                <a:cs typeface="Calibri" panose="020F0502020204030204" pitchFamily="34" charset="0"/>
              </a:rPr>
              <a:t>Second level</a:t>
            </a:r>
          </a:p>
          <a:p>
            <a:pPr marL="1142972" marR="0" lvl="2" indent="-228594" algn="l" defTabSz="9143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5F05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Helvetica Neue Light" charset="0"/>
                <a:cs typeface="Calibri" panose="020F0502020204030204" pitchFamily="34" charset="0"/>
              </a:rPr>
              <a:t>Third level</a:t>
            </a:r>
          </a:p>
          <a:p>
            <a:pPr marL="1600160" marR="0" lvl="3" indent="-228594" algn="l" defTabSz="9143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5F05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Helvetica Neue Light" charset="0"/>
                <a:cs typeface="Calibri" panose="020F0502020204030204" pitchFamily="34" charset="0"/>
              </a:rPr>
              <a:t>Fourth level</a:t>
            </a:r>
          </a:p>
          <a:p>
            <a:pPr lvl="0"/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7"/>
            <a:ext cx="5384800" cy="5079999"/>
          </a:xfrm>
        </p:spPr>
        <p:txBody>
          <a:bodyPr/>
          <a:lstStyle>
            <a:lvl1pPr marL="0" indent="0">
              <a:buNone/>
              <a:defRPr sz="2775"/>
            </a:lvl1pPr>
            <a:lvl2pPr>
              <a:defRPr sz="2400"/>
            </a:lvl2pPr>
            <a:lvl3pPr>
              <a:defRPr sz="2025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342892" marR="0" lvl="0" indent="-342892" algn="l" defTabSz="9143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5F05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Helvetica Neue Light" charset="0"/>
                <a:cs typeface="Calibri" panose="020F0502020204030204" pitchFamily="34" charset="0"/>
              </a:rPr>
              <a:t>Click to edit Master text styles</a:t>
            </a:r>
          </a:p>
          <a:p>
            <a:pPr marL="742931" marR="0" lvl="1" indent="-285743" algn="l" defTabSz="9143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5F05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Helvetica Neue Light" charset="0"/>
                <a:cs typeface="Calibri" panose="020F0502020204030204" pitchFamily="34" charset="0"/>
              </a:rPr>
              <a:t>Second level</a:t>
            </a:r>
          </a:p>
          <a:p>
            <a:pPr marL="1142972" marR="0" lvl="2" indent="-228594" algn="l" defTabSz="9143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5F05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Helvetica Neue Light" charset="0"/>
                <a:cs typeface="Calibri" panose="020F0502020204030204" pitchFamily="34" charset="0"/>
              </a:rPr>
              <a:t>Third level</a:t>
            </a:r>
          </a:p>
          <a:p>
            <a:pPr marL="1600160" marR="0" lvl="3" indent="-228594" algn="l" defTabSz="914378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5F05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Helvetica Neue Light" charset="0"/>
                <a:cs typeface="Calibri" panose="020F0502020204030204" pitchFamily="34" charset="0"/>
              </a:rPr>
              <a:t>Fourth level</a:t>
            </a:r>
          </a:p>
          <a:p>
            <a:pPr lvl="0"/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0" y="1401761"/>
            <a:ext cx="12192000" cy="0"/>
          </a:xfrm>
          <a:prstGeom prst="line">
            <a:avLst/>
          </a:prstGeom>
          <a:ln w="76200" cap="sq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19549D07-3A6F-6C8D-FC09-28C7C6683D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700370"/>
            <a:ext cx="2844800" cy="161925"/>
          </a:xfrm>
          <a:prstGeom prst="rect">
            <a:avLst/>
          </a:prstGeom>
        </p:spPr>
        <p:txBody>
          <a:bodyPr/>
          <a:lstStyle>
            <a:lvl1pPr>
              <a:defRPr lang="en-US" sz="1000" i="1" kern="1200" dirty="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fld id="{870A61D0-E579-1849-BF70-8D78C268BEBD}" type="datetime1">
              <a:rPr lang="en-US" smtClean="0"/>
              <a:t>4/15/25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94861FD-FC03-A97B-12E1-226626328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46400" y="6695668"/>
            <a:ext cx="6299200" cy="166627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i="1">
                <a:ea typeface="Helvetica Neue" panose="02000503000000020004" pitchFamily="2" charset="0"/>
              </a:rPr>
              <a:t>CS598: Topics in LLM Agents, Jiaxuan You</a:t>
            </a:r>
            <a:endParaRPr lang="en-US" i="1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072044-D83F-1E2A-6804-529012E32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700370"/>
            <a:ext cx="2844800" cy="161925"/>
          </a:xfrm>
          <a:prstGeom prst="rect">
            <a:avLst/>
          </a:prstGeom>
        </p:spPr>
        <p:txBody>
          <a:bodyPr/>
          <a:lstStyle>
            <a:lvl1pPr>
              <a:defRPr lang="en-US" sz="1000" i="1" kern="120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fld id="{4D267013-DFFC-4352-B274-32112D0CCE19}" type="slidenum">
              <a:rPr lang="en-CN" smtClean="0"/>
              <a:pPr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89966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7800"/>
            <a:ext cx="12192000" cy="1143000"/>
          </a:xfrm>
        </p:spPr>
        <p:txBody>
          <a:bodyPr>
            <a:noAutofit/>
          </a:bodyPr>
          <a:lstStyle>
            <a:lvl1pPr algn="ctr">
              <a:defRPr sz="4400"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700370"/>
            <a:ext cx="2844800" cy="161925"/>
          </a:xfrm>
          <a:prstGeom prst="rect">
            <a:avLst/>
          </a:prstGeom>
        </p:spPr>
        <p:txBody>
          <a:bodyPr/>
          <a:lstStyle>
            <a:lvl1pPr>
              <a:defRPr lang="en-US" sz="1000" i="1" kern="1200" dirty="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fld id="{31BBD59D-53B6-9E49-BA01-9FA5CE377201}" type="datetime1">
              <a:rPr lang="en-US" smtClean="0"/>
              <a:t>4/15/25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46400" y="6695668"/>
            <a:ext cx="6299200" cy="166627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i="1">
                <a:ea typeface="Helvetica Neue" panose="02000503000000020004" pitchFamily="2" charset="0"/>
              </a:rPr>
              <a:t>CS598: Topics in LLM Agents, Jiaxuan You</a:t>
            </a:r>
            <a:endParaRPr lang="en-US" i="1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700370"/>
            <a:ext cx="2844800" cy="161925"/>
          </a:xfrm>
          <a:prstGeom prst="rect">
            <a:avLst/>
          </a:prstGeom>
        </p:spPr>
        <p:txBody>
          <a:bodyPr/>
          <a:lstStyle>
            <a:lvl1pPr>
              <a:defRPr lang="en-US" sz="1000" i="1" kern="120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fld id="{4D267013-DFFC-4352-B274-32112D0CCE19}" type="slidenum">
              <a:rPr lang="en-CN" smtClean="0"/>
              <a:pPr/>
              <a:t>‹#›</a:t>
            </a:fld>
            <a:endParaRPr lang="en-CN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90C7191-6755-CEA5-F03F-F9D4F9690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080000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44407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420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0363" y="1014602"/>
            <a:ext cx="10363200" cy="1470025"/>
          </a:xfrm>
        </p:spPr>
        <p:txBody>
          <a:bodyPr>
            <a:noAutofit/>
          </a:bodyPr>
          <a:lstStyle>
            <a:lvl1pPr>
              <a:defRPr sz="4800" b="0" cap="none" spc="0">
                <a:ln>
                  <a:noFill/>
                </a:ln>
                <a:solidFill>
                  <a:srgbClr val="FF5F05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927600"/>
            <a:ext cx="8534400" cy="70870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88F8882-72AF-DD42-3D90-E10F224363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700370"/>
            <a:ext cx="2844800" cy="161925"/>
          </a:xfrm>
          <a:prstGeom prst="rect">
            <a:avLst/>
          </a:prstGeom>
        </p:spPr>
        <p:txBody>
          <a:bodyPr/>
          <a:lstStyle>
            <a:lvl1pPr>
              <a:defRPr lang="en-US" sz="1000" i="1" kern="1200" dirty="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fld id="{E39BBCCD-340F-C849-B48F-62655FA5A7F7}" type="datetime1">
              <a:rPr lang="en-US" smtClean="0"/>
              <a:t>4/15/25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9A62C70-1B9C-80E9-5A26-BBF82C14D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46400" y="6695668"/>
            <a:ext cx="6299200" cy="166627"/>
          </a:xfrm>
          <a:prstGeom prst="rect">
            <a:avLst/>
          </a:prstGeom>
        </p:spPr>
        <p:txBody>
          <a:bodyPr/>
          <a:lstStyle>
            <a:lvl1pPr>
              <a:defRPr sz="1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i="1">
                <a:ea typeface="Helvetica Neue" panose="02000503000000020004" pitchFamily="2" charset="0"/>
              </a:rPr>
              <a:t>CS598: Topics in LLM Agents, Jiaxuan You</a:t>
            </a:r>
            <a:endParaRPr lang="en-US" i="1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95CB6E0-C1B4-FE8E-FF87-DD00523A0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700370"/>
            <a:ext cx="2844800" cy="161925"/>
          </a:xfrm>
          <a:prstGeom prst="rect">
            <a:avLst/>
          </a:prstGeom>
        </p:spPr>
        <p:txBody>
          <a:bodyPr/>
          <a:lstStyle>
            <a:lvl1pPr>
              <a:defRPr lang="en-US" sz="1000" i="1" kern="120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fld id="{4D267013-DFFC-4352-B274-32112D0CCE19}" type="slidenum">
              <a:rPr lang="en-CN" smtClean="0"/>
              <a:pPr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88979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7800"/>
            <a:ext cx="12192000" cy="1143000"/>
          </a:xfrm>
        </p:spPr>
        <p:txBody>
          <a:bodyPr>
            <a:noAutofit/>
          </a:bodyPr>
          <a:lstStyle>
            <a:lvl1pPr algn="ctr">
              <a:defRPr sz="4400"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5080000"/>
          </a:xfrm>
        </p:spPr>
        <p:txBody>
          <a:bodyPr>
            <a:normAutofit/>
          </a:bodyPr>
          <a:lstStyle>
            <a:lvl1pPr>
              <a:defRPr sz="2800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10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8E1EF-D076-5342-80D7-B3BF6181DE61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4/15/25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46400" y="6705607"/>
            <a:ext cx="6299200" cy="166627"/>
          </a:xfrm>
        </p:spPr>
        <p:txBody>
          <a:bodyPr/>
          <a:lstStyle>
            <a:lvl1pPr>
              <a:defRPr sz="100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i="1"/>
              <a:t>CS598: Topics in LLM Agents, Jiaxuan You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6485AA7F-66D0-5AA3-ED44-8F6838596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56044"/>
            <a:ext cx="2743200" cy="365125"/>
          </a:xfrm>
        </p:spPr>
        <p:txBody>
          <a:bodyPr/>
          <a:lstStyle/>
          <a:p>
            <a:fld id="{2385DA76-2DD3-144A-9C84-6B8D9531DA2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9846324A-8DBE-E0B6-D89E-66CE4B8D1A00}"/>
              </a:ext>
            </a:extLst>
          </p:cNvPr>
          <p:cNvSpPr txBox="1">
            <a:spLocks/>
          </p:cNvSpPr>
          <p:nvPr userDrawn="1"/>
        </p:nvSpPr>
        <p:spPr>
          <a:xfrm>
            <a:off x="4724400" y="65417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12284B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Fall 2024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F267BEE5-8D48-1F66-E50E-17F3E01D64CB}"/>
              </a:ext>
            </a:extLst>
          </p:cNvPr>
          <p:cNvSpPr txBox="1">
            <a:spLocks/>
          </p:cNvSpPr>
          <p:nvPr userDrawn="1"/>
        </p:nvSpPr>
        <p:spPr>
          <a:xfrm>
            <a:off x="839788" y="650966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rgbClr val="12284B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/>
              <a:t>CS598: Deep Learning with Graphs</a:t>
            </a:r>
          </a:p>
        </p:txBody>
      </p:sp>
    </p:spTree>
    <p:extLst>
      <p:ext uri="{BB962C8B-B14F-4D97-AF65-F5344CB8AC3E}">
        <p14:creationId xmlns:p14="http://schemas.microsoft.com/office/powerpoint/2010/main" val="1977307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77800"/>
            <a:ext cx="12192000" cy="114300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5080000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CE6B2B-4D7D-F78D-E04C-A35072948F13}"/>
              </a:ext>
            </a:extLst>
          </p:cNvPr>
          <p:cNvSpPr txBox="1"/>
          <p:nvPr userDrawn="1"/>
        </p:nvSpPr>
        <p:spPr>
          <a:xfrm>
            <a:off x="299803" y="2998033"/>
            <a:ext cx="266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800">
                <a:latin typeface="Calibri" panose="020F0502020204030204" pitchFamily="34" charset="0"/>
                <a:ea typeface="Helvetica Neue Light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36C6E74-D6ED-9836-547A-B7202DFFEA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700370"/>
            <a:ext cx="2844800" cy="161925"/>
          </a:xfrm>
          <a:prstGeom prst="rect">
            <a:avLst/>
          </a:prstGeom>
        </p:spPr>
        <p:txBody>
          <a:bodyPr/>
          <a:lstStyle>
            <a:lvl1pPr>
              <a:defRPr lang="en-US" sz="1000" i="1" kern="1200" dirty="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fld id="{E69B915B-7688-4C40-AA84-6D252445FA9C}" type="datetime1">
              <a:rPr lang="en-US" smtClean="0"/>
              <a:t>4/15/25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66C24F5-33D9-FEEE-13AF-9AAF04E80D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46400" y="6695668"/>
            <a:ext cx="6299200" cy="166627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0" hangingPunct="1">
              <a:defRPr lang="en-US" sz="1000" i="1" kern="120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r>
              <a:rPr lang="en-US"/>
              <a:t>CS598: Topics in LLM Agents, Jiaxuan You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CE6440A-C6D4-A613-D38D-218FCFC0D9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700370"/>
            <a:ext cx="2844800" cy="161925"/>
          </a:xfrm>
          <a:prstGeom prst="rect">
            <a:avLst/>
          </a:prstGeom>
        </p:spPr>
        <p:txBody>
          <a:bodyPr/>
          <a:lstStyle>
            <a:lvl1pPr algn="r">
              <a:defRPr lang="en-US" sz="1000" i="1" kern="1200" smtClean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Helvetica Neue" panose="02000503000000020004" pitchFamily="2" charset="0"/>
                <a:cs typeface="Calibri" panose="020F0502020204030204" pitchFamily="34" charset="0"/>
              </a:defRPr>
            </a:lvl1pPr>
          </a:lstStyle>
          <a:p>
            <a:fld id="{4D267013-DFFC-4352-B274-32112D0CCE19}" type="slidenum">
              <a:rPr lang="en-CN" smtClean="0"/>
              <a:pPr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6743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3" r:id="rId2"/>
    <p:sldLayoutId id="2147483734" r:id="rId3"/>
    <p:sldLayoutId id="2147483730" r:id="rId4"/>
    <p:sldLayoutId id="2147483728" r:id="rId5"/>
    <p:sldLayoutId id="2147483727" r:id="rId6"/>
    <p:sldLayoutId id="2147483736" r:id="rId7"/>
  </p:sldLayoutIdLst>
  <p:hf hdr="0"/>
  <p:txStyles>
    <p:titleStyle>
      <a:lvl1pPr algn="ctr" defTabSz="914378" rtl="0" eaLnBrk="1" latinLnBrk="0" hangingPunct="1">
        <a:spcBef>
          <a:spcPct val="0"/>
        </a:spcBef>
        <a:buNone/>
        <a:defRPr sz="4400" b="0" i="0" kern="1200" cap="none" spc="0">
          <a:ln>
            <a:noFill/>
          </a:ln>
          <a:solidFill>
            <a:srgbClr val="FF5F05"/>
          </a:solidFill>
          <a:effectLst/>
          <a:latin typeface="Corbel" panose="020B0503020204020204" pitchFamily="34" charset="0"/>
          <a:ea typeface="Helvetica Neue Light" charset="0"/>
          <a:cs typeface="Calibri" panose="020F0502020204030204" pitchFamily="34" charset="0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Clr>
          <a:srgbClr val="FF5F05"/>
        </a:buClr>
        <a:buFont typeface="Wingdings" pitchFamily="2" charset="2"/>
        <a:buChar char="§"/>
        <a:defRPr lang="en-US" sz="2800" b="0" i="0" kern="1200" dirty="0" smtClean="0">
          <a:solidFill>
            <a:schemeClr val="tx1"/>
          </a:solidFill>
          <a:latin typeface="Calibri" panose="020F0502020204030204" pitchFamily="34" charset="0"/>
          <a:ea typeface="Helvetica Neue Light" charset="0"/>
          <a:cs typeface="Calibri" panose="020F0502020204030204" pitchFamily="34" charset="0"/>
        </a:defRPr>
      </a:lvl1pPr>
      <a:lvl2pPr marL="742931" indent="-285743" algn="l" defTabSz="914378" rtl="0" eaLnBrk="1" latinLnBrk="0" hangingPunct="1">
        <a:spcBef>
          <a:spcPct val="20000"/>
        </a:spcBef>
        <a:buClr>
          <a:srgbClr val="FF5F05"/>
        </a:buClr>
        <a:buFont typeface="Wingdings" charset="2"/>
        <a:buChar char="§"/>
        <a:defRPr lang="en-US" sz="2600" b="0" i="0" kern="1200" dirty="0" smtClean="0">
          <a:solidFill>
            <a:schemeClr val="tx1"/>
          </a:solidFill>
          <a:latin typeface="Calibri" panose="020F0502020204030204" pitchFamily="34" charset="0"/>
          <a:ea typeface="Helvetica Neue Light" charset="0"/>
          <a:cs typeface="Calibri" panose="020F0502020204030204" pitchFamily="34" charset="0"/>
        </a:defRPr>
      </a:lvl2pPr>
      <a:lvl3pPr marL="1142972" indent="-228594" algn="l" defTabSz="914378" rtl="0" eaLnBrk="1" latinLnBrk="0" hangingPunct="1">
        <a:spcBef>
          <a:spcPct val="20000"/>
        </a:spcBef>
        <a:buClr>
          <a:srgbClr val="FF5F05"/>
        </a:buClr>
        <a:buFont typeface="Wingdings" charset="2"/>
        <a:buChar char="§"/>
        <a:defRPr lang="en-US" sz="2400" b="0" i="0" kern="1200" dirty="0" smtClean="0">
          <a:solidFill>
            <a:schemeClr val="tx1"/>
          </a:solidFill>
          <a:latin typeface="Calibri" panose="020F0502020204030204" pitchFamily="34" charset="0"/>
          <a:ea typeface="Helvetica Neue Light" charset="0"/>
          <a:cs typeface="Calibri" panose="020F0502020204030204" pitchFamily="34" charset="0"/>
        </a:defRPr>
      </a:lvl3pPr>
      <a:lvl4pPr marL="1600160" indent="-228594" algn="l" defTabSz="914378" rtl="0" eaLnBrk="1" latinLnBrk="0" hangingPunct="1">
        <a:spcBef>
          <a:spcPct val="20000"/>
        </a:spcBef>
        <a:buClr>
          <a:srgbClr val="FF5F05"/>
        </a:buClr>
        <a:buFont typeface="Wingdings" pitchFamily="2" charset="2"/>
        <a:buChar char="§"/>
        <a:defRPr lang="en-US" sz="2000" b="0" i="0" kern="1200" dirty="0" smtClean="0">
          <a:solidFill>
            <a:schemeClr val="tx1"/>
          </a:solidFill>
          <a:latin typeface="Calibri" panose="020F0502020204030204" pitchFamily="34" charset="0"/>
          <a:ea typeface="Helvetica Neue Light" charset="0"/>
          <a:cs typeface="Calibri" panose="020F0502020204030204" pitchFamily="34" charset="0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itchFamily="34" charset="0"/>
        <a:buChar char="»"/>
        <a:defRPr lang="en-US" sz="1800" b="0" i="0" kern="1200" dirty="0" smtClean="0">
          <a:solidFill>
            <a:schemeClr val="tx1"/>
          </a:solidFill>
          <a:latin typeface="Calibri" panose="020F0502020204030204" pitchFamily="34" charset="0"/>
          <a:ea typeface="Helvetica Neue Light" charset="0"/>
          <a:cs typeface="Calibri" panose="020F0502020204030204" pitchFamily="34" charset="0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ulab-uiuc/CS598-Topics-in-LLM-Agent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verleaf.com/read/rtnfmvhpdchx#540226" TargetMode="Externa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openreview.net/group?id=illinois.edu/UIUC/Spring_2025/CS598_LLM_Agent_Workshop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icml.cc/Conferences/2025/ReviewerInstructions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2399" y="404592"/>
            <a:ext cx="10139082" cy="3103159"/>
          </a:xfrm>
        </p:spPr>
        <p:txBody>
          <a:bodyPr>
            <a:noAutofit/>
          </a:bodyPr>
          <a:lstStyle/>
          <a:p>
            <a:r>
              <a:rPr lang="en-US" sz="6600" dirty="0">
                <a:solidFill>
                  <a:srgbClr val="FF5F05"/>
                </a:solidFill>
                <a:ea typeface="Helvetica Neue" panose="02000503000000020004" pitchFamily="2" charset="0"/>
              </a:rPr>
              <a:t>Tips for Review and Rebuttal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9FC2D7-032D-47EB-803D-B3D62F42C74E}"/>
              </a:ext>
            </a:extLst>
          </p:cNvPr>
          <p:cNvSpPr txBox="1"/>
          <p:nvPr/>
        </p:nvSpPr>
        <p:spPr>
          <a:xfrm>
            <a:off x="1536400" y="2806598"/>
            <a:ext cx="8994561" cy="4154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800" b="1">
                <a:latin typeface="Calibri"/>
                <a:ea typeface="Helvetica Neue Light" panose="02000403000000020004" pitchFamily="2" charset="0"/>
                <a:cs typeface="Calibri"/>
              </a:rPr>
              <a:t>Jiaxuan You</a:t>
            </a:r>
          </a:p>
          <a:p>
            <a:pPr algn="ctr"/>
            <a:r>
              <a:rPr lang="en-US" sz="3600" b="1">
                <a:latin typeface="Calibri"/>
                <a:ea typeface="Helvetica Neue Light" panose="02000403000000020004" pitchFamily="2" charset="0"/>
                <a:cs typeface="Calibri"/>
              </a:rPr>
              <a:t>Assistant Professor at UIUC CDS</a:t>
            </a:r>
          </a:p>
          <a:p>
            <a:pPr algn="ctr"/>
            <a:endParaRPr lang="en-US" sz="3600" b="1">
              <a:latin typeface="Calibri" panose="020F0502020204030204" pitchFamily="34" charset="0"/>
              <a:ea typeface="Helvetica Neue Light" panose="02000403000000020004" pitchFamily="2" charset="0"/>
              <a:cs typeface="Calibri" panose="020F0502020204030204" pitchFamily="34" charset="0"/>
            </a:endParaRPr>
          </a:p>
          <a:p>
            <a:pPr algn="ctr"/>
            <a:r>
              <a:rPr lang="en-US" sz="3600" b="1">
                <a:latin typeface="Calibri"/>
                <a:ea typeface="Helvetica Neue Light" panose="02000403000000020004" pitchFamily="2" charset="0"/>
                <a:cs typeface="Calibri"/>
              </a:rPr>
              <a:t>CS598:  Topics in LLM Agents, 2025 Spring</a:t>
            </a:r>
          </a:p>
          <a:p>
            <a:pPr algn="ctr"/>
            <a:r>
              <a:rPr lang="en-US" sz="3600">
                <a:ea typeface="+mn-lt"/>
                <a:cs typeface="+mn-lt"/>
                <a:hlinkClick r:id="rId3"/>
              </a:rPr>
              <a:t>https://github.com/ulab-uiuc/CS598-Topics-in-LLM-Agents</a:t>
            </a:r>
            <a:endParaRPr lang="en-US"/>
          </a:p>
          <a:p>
            <a:pPr algn="ctr"/>
            <a:endParaRPr lang="en-US" sz="3600" b="1">
              <a:latin typeface="Calibri" panose="020F0502020204030204" pitchFamily="34" charset="0"/>
              <a:ea typeface="Helvetica Neue Light" panose="02000403000000020004" pitchFamily="2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2827C9-684B-4A41-B601-AA1EB885DB3D}"/>
              </a:ext>
            </a:extLst>
          </p:cNvPr>
          <p:cNvSpPr txBox="1"/>
          <p:nvPr/>
        </p:nvSpPr>
        <p:spPr>
          <a:xfrm>
            <a:off x="-972766" y="-1601821"/>
            <a:ext cx="0" cy="0"/>
          </a:xfrm>
          <a:prstGeom prst="rect">
            <a:avLst/>
          </a:prstGeom>
          <a:noFill/>
          <a:ln>
            <a:noFill/>
          </a:ln>
        </p:spPr>
        <p:txBody>
          <a:bodyPr wrap="none" lIns="68569" tIns="68569" rIns="68569" bIns="68569" rtlCol="0" anchor="t" anchorCtr="0">
            <a:noAutofit/>
          </a:bodyPr>
          <a:lstStyle/>
          <a:p>
            <a:endParaRPr lang="en-US">
              <a:latin typeface="Calibri" panose="020F0502020204030204" pitchFamily="34" charset="0"/>
              <a:ea typeface="Helvetica Neue Light" panose="02000403000000020004" pitchFamily="2" charset="0"/>
              <a:cs typeface="Calibri" panose="020F0502020204030204" pitchFamily="34" charset="0"/>
              <a:sym typeface="Open San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946BB2-21F7-8B47-AEDC-12659687C5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321" y="3507751"/>
            <a:ext cx="1097280" cy="109728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CC3AF5-975B-795E-C26F-CF27C11E6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42C75-8DFF-D24E-8AC1-0CA9A0A4DD15}" type="datetime1">
              <a:rPr lang="en-US" smtClean="0"/>
              <a:t>4/15/25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E40F7B-E23E-163E-9FC7-434F1A363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CN" smtClean="0"/>
              <a:pPr/>
              <a:t>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E736F-D009-B1D8-2EC9-BB4DADF43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pitchFamily="2" charset="0"/>
              </a:rPr>
              <a:t>CS598: Topics in LLM Agents, Jiaxuan You</a:t>
            </a:r>
            <a:endParaRPr lang="en-US" i="1"/>
          </a:p>
        </p:txBody>
      </p:sp>
    </p:spTree>
    <p:extLst>
      <p:ext uri="{BB962C8B-B14F-4D97-AF65-F5344CB8AC3E}">
        <p14:creationId xmlns:p14="http://schemas.microsoft.com/office/powerpoint/2010/main" val="308650358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370FC-81ED-0FC2-ABEA-388939DF3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Corbel"/>
                <a:cs typeface="Calibri"/>
              </a:rPr>
              <a:t>Reminder: Project Due </a:t>
            </a:r>
            <a:r>
              <a:rPr kumimoji="1" lang="en-US" altLang="zh-CN" b="1" dirty="0">
                <a:latin typeface="Corbel"/>
                <a:cs typeface="Calibri"/>
              </a:rPr>
              <a:t>Tomorrow</a:t>
            </a:r>
            <a:endParaRPr lang="en-US" b="1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04D847-EEA8-140E-7A9F-D17B2A49A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D59D-53B6-9E49-BA01-9FA5CE377201}" type="datetime1">
              <a:rPr lang="en-US" smtClean="0"/>
              <a:t>4/15/25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86785B-D31A-173C-E4E7-AE67E45A9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pitchFamily="2" charset="0"/>
              </a:rPr>
              <a:t>CS598: Topics in LLM Agents, Jiaxuan You</a:t>
            </a:r>
            <a:endParaRPr lang="en-US" i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3F42F9-B3AA-CDEC-2311-08E5A3A99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CN" smtClean="0"/>
              <a:pPr/>
              <a:t>2</a:t>
            </a:fld>
            <a:endParaRPr lang="en-C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D9F03D-8798-3343-3442-26780B60E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730" y="1600200"/>
            <a:ext cx="11694016" cy="5080000"/>
          </a:xfrm>
        </p:spPr>
        <p:txBody>
          <a:bodyPr/>
          <a:lstStyle/>
          <a:p>
            <a:r>
              <a:rPr lang="en-US" dirty="0"/>
              <a:t>Submission due by </a:t>
            </a:r>
            <a:r>
              <a:rPr lang="en-US" b="1" dirty="0"/>
              <a:t>April 16 23:59 AOE</a:t>
            </a:r>
          </a:p>
          <a:p>
            <a:pPr lvl="1"/>
            <a:r>
              <a:rPr lang="en-US" dirty="0"/>
              <a:t>This is the draft submission </a:t>
            </a:r>
          </a:p>
          <a:p>
            <a:pPr lvl="1"/>
            <a:r>
              <a:rPr lang="en-US" dirty="0"/>
              <a:t>You can still improve your paper based on review &amp; rebuttal later</a:t>
            </a:r>
          </a:p>
          <a:p>
            <a:r>
              <a:rPr lang="en-US" b="1" dirty="0"/>
              <a:t>At least 8-10 pages &amp; 30 references </a:t>
            </a:r>
            <a:r>
              <a:rPr lang="en-US" dirty="0"/>
              <a:t>(exclude references) in </a:t>
            </a:r>
            <a:r>
              <a:rPr lang="en-US" b="1" dirty="0">
                <a:hlinkClick r:id="rId2"/>
              </a:rPr>
              <a:t>TMLR template</a:t>
            </a:r>
            <a:endParaRPr lang="en-US" b="1" dirty="0"/>
          </a:p>
          <a:p>
            <a:pPr lvl="1"/>
            <a:r>
              <a:rPr lang="en-US" dirty="0"/>
              <a:t>Minimum page: 3 student group: 9 pages, 2 student group: 8 pages, 4 student group: 10 pages. Having more pages is recommended.</a:t>
            </a:r>
          </a:p>
          <a:p>
            <a:r>
              <a:rPr lang="en-US" dirty="0"/>
              <a:t>After the submission DDL, everyone is expected to provide </a:t>
            </a:r>
            <a:r>
              <a:rPr lang="en-US" b="1" dirty="0"/>
              <a:t>1 review </a:t>
            </a:r>
            <a:r>
              <a:rPr lang="en-US" dirty="0"/>
              <a:t>(for other’s paper) and </a:t>
            </a:r>
            <a:r>
              <a:rPr lang="en-US" b="1" dirty="0"/>
              <a:t>1 rebuttal </a:t>
            </a:r>
            <a:r>
              <a:rPr lang="en-US" dirty="0"/>
              <a:t>(to defend your paper)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172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43569-17C7-43B1-6ED4-EFD773624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Corbel"/>
                <a:cs typeface="Calibri"/>
              </a:rPr>
              <a:t>Reminder: Project Due </a:t>
            </a:r>
            <a:r>
              <a:rPr kumimoji="1" lang="en-US" altLang="zh-CN" b="1" dirty="0">
                <a:latin typeface="Corbel"/>
                <a:cs typeface="Calibri"/>
              </a:rPr>
              <a:t>Tomorrow</a:t>
            </a:r>
            <a:endParaRPr lang="en-US" b="1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0F64AD-2F24-6E8E-717B-9B6503DFB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D59D-53B6-9E49-BA01-9FA5CE377201}" type="datetime1">
              <a:rPr lang="en-US" smtClean="0"/>
              <a:t>4/15/25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B9F888-54DA-56B6-D86B-DE023A726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pitchFamily="2" charset="0"/>
              </a:rPr>
              <a:t>CS598: Topics in LLM Agents, Jiaxuan You</a:t>
            </a:r>
            <a:endParaRPr lang="en-US" i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9342E9-9785-0A17-D2D6-9D21DCB64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CN" smtClean="0"/>
              <a:pPr/>
              <a:t>3</a:t>
            </a:fld>
            <a:endParaRPr lang="en-C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44A64B-8438-606F-9361-BC635BA24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44" y="1600200"/>
            <a:ext cx="6448023" cy="5080000"/>
          </a:xfrm>
        </p:spPr>
        <p:txBody>
          <a:bodyPr/>
          <a:lstStyle/>
          <a:p>
            <a:r>
              <a:rPr lang="en-US" dirty="0" err="1"/>
              <a:t>OpenReview</a:t>
            </a:r>
            <a:r>
              <a:rPr lang="en-US" dirty="0"/>
              <a:t> submissions now open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https://openreview.net/group?id=illinois.edu/UIUC/Spring_2025/CS598_LLM_Agent_Workshop</a:t>
            </a:r>
            <a:endParaRPr lang="en-US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814445-3071-A6B7-E800-412DC1D804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147"/>
          <a:stretch/>
        </p:blipFill>
        <p:spPr>
          <a:xfrm>
            <a:off x="474144" y="3964323"/>
            <a:ext cx="5889450" cy="24291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DE89BA-54B0-51E2-B291-64FF793D0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7643" y="3855834"/>
            <a:ext cx="3987800" cy="2692400"/>
          </a:xfrm>
          <a:prstGeom prst="rect">
            <a:avLst/>
          </a:prstGeom>
        </p:spPr>
      </p:pic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448760E6-D5A1-B052-CD02-7F508C60B0B8}"/>
              </a:ext>
            </a:extLst>
          </p:cNvPr>
          <p:cNvSpPr txBox="1">
            <a:spLocks/>
          </p:cNvSpPr>
          <p:nvPr/>
        </p:nvSpPr>
        <p:spPr>
          <a:xfrm>
            <a:off x="7123089" y="1615668"/>
            <a:ext cx="4320326" cy="5080000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342892" indent="-342892" algn="l" defTabSz="914378" rtl="0" eaLnBrk="1" latinLnBrk="0" hangingPunct="1">
              <a:spcBef>
                <a:spcPct val="20000"/>
              </a:spcBef>
              <a:buClr>
                <a:srgbClr val="FF5F05"/>
              </a:buClr>
              <a:buFont typeface="Wingdings" pitchFamily="2" charset="2"/>
              <a:buChar char="§"/>
              <a:defRPr lang="en-US" sz="2800" b="0" i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Helvetica Neue Light" charset="0"/>
                <a:cs typeface="Calibri" panose="020F0502020204030204" pitchFamily="34" charset="0"/>
              </a:defRPr>
            </a:lvl1pPr>
            <a:lvl2pPr marL="742931" indent="-285743" algn="l" defTabSz="914378" rtl="0" eaLnBrk="1" latinLnBrk="0" hangingPunct="1">
              <a:spcBef>
                <a:spcPct val="20000"/>
              </a:spcBef>
              <a:buClr>
                <a:srgbClr val="FF5F05"/>
              </a:buClr>
              <a:buFont typeface="Wingdings" charset="2"/>
              <a:buChar char="§"/>
              <a:defRPr lang="en-US" sz="2600" b="0" i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Helvetica Neue Light" charset="0"/>
                <a:cs typeface="Calibri" panose="020F0502020204030204" pitchFamily="34" charset="0"/>
              </a:defRPr>
            </a:lvl2pPr>
            <a:lvl3pPr marL="1142972" indent="-228594" algn="l" defTabSz="914378" rtl="0" eaLnBrk="1" latinLnBrk="0" hangingPunct="1">
              <a:spcBef>
                <a:spcPct val="20000"/>
              </a:spcBef>
              <a:buClr>
                <a:srgbClr val="FF5F05"/>
              </a:buClr>
              <a:buFont typeface="Wingdings" charset="2"/>
              <a:buChar char="§"/>
              <a:defRPr lang="en-US" sz="2400" b="0" i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Helvetica Neue Light" charset="0"/>
                <a:cs typeface="Calibri" panose="020F0502020204030204" pitchFamily="34" charset="0"/>
              </a:defRPr>
            </a:lvl3pPr>
            <a:lvl4pPr marL="1600160" indent="-228594" algn="l" defTabSz="914378" rtl="0" eaLnBrk="1" latinLnBrk="0" hangingPunct="1">
              <a:spcBef>
                <a:spcPct val="20000"/>
              </a:spcBef>
              <a:buClr>
                <a:srgbClr val="FF5F05"/>
              </a:buClr>
              <a:buFont typeface="Wingdings" pitchFamily="2" charset="2"/>
              <a:buChar char="§"/>
              <a:defRPr lang="en-US" sz="2000" b="0" i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Helvetica Neue Light" charset="0"/>
                <a:cs typeface="Calibri" panose="020F0502020204030204" pitchFamily="34" charset="0"/>
              </a:defRPr>
            </a:lvl4pPr>
            <a:lvl5pPr marL="2057348" indent="-228594" algn="l" defTabSz="914378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en-US" sz="1800" b="0" i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Helvetica Neue Light" charset="0"/>
                <a:cs typeface="Calibri" panose="020F0502020204030204" pitchFamily="34" charset="0"/>
              </a:defRPr>
            </a:lvl5pPr>
            <a:lvl6pPr marL="2514537" indent="-228594" algn="l" defTabSz="91437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5" indent="-228594" algn="l" defTabSz="91437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Please accept the reviewer invitation sent to your UIUC email</a:t>
            </a:r>
          </a:p>
        </p:txBody>
      </p:sp>
    </p:spTree>
    <p:extLst>
      <p:ext uri="{BB962C8B-B14F-4D97-AF65-F5344CB8AC3E}">
        <p14:creationId xmlns:p14="http://schemas.microsoft.com/office/powerpoint/2010/main" val="2184821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D1E7F-E8D8-80EE-9623-A9D27CCD6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Submission Made, What’s Next?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D1258C-39A3-C6FC-3529-C75256B0C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D59D-53B6-9E49-BA01-9FA5CE377201}" type="datetime1">
              <a:rPr lang="en-US" smtClean="0"/>
              <a:t>4/15/25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0E05C1-CF82-76F6-E8D3-EDF8DFC0D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pitchFamily="2" charset="0"/>
              </a:rPr>
              <a:t>CS598: Topics in LLM Agents, Jiaxuan You</a:t>
            </a:r>
            <a:endParaRPr lang="en-US" i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D88CD6-8A78-A63B-DAC0-5F59C1B2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CN" smtClean="0"/>
              <a:pPr/>
              <a:t>4</a:t>
            </a:fld>
            <a:endParaRPr lang="en-C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13EF86-8C1B-9457-C4C1-A0589CC95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/>
              <a:t>Next: Review and Rebuttal</a:t>
            </a:r>
            <a:endParaRPr lang="en-US" dirty="0"/>
          </a:p>
          <a:p>
            <a:pPr lvl="1"/>
            <a:r>
              <a:rPr lang="en-US" sz="2800" dirty="0"/>
              <a:t>Reviewers for conferences: invited or self nominated</a:t>
            </a:r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lvl="1"/>
            <a:endParaRPr lang="en-US" sz="2800" dirty="0"/>
          </a:p>
          <a:p>
            <a:pPr lvl="1"/>
            <a:r>
              <a:rPr lang="en-US" sz="2800" dirty="0"/>
              <a:t>Comprehensive review instructions are typically shared</a:t>
            </a:r>
          </a:p>
          <a:p>
            <a:pPr lvl="2"/>
            <a:r>
              <a:rPr lang="en-US" sz="2600" dirty="0">
                <a:hlinkClick r:id="rId2"/>
              </a:rPr>
              <a:t>https://icml.cc/Conferences/2025/ReviewerInstructions</a:t>
            </a:r>
            <a:endParaRPr lang="en-US" sz="2600" dirty="0"/>
          </a:p>
          <a:p>
            <a:pPr marL="914378" lvl="2" indent="0">
              <a:buNone/>
            </a:pPr>
            <a:endParaRPr lang="en-US" sz="2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DE2839-EBF1-BF50-9758-3EE3A5EE7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131" y="2773187"/>
            <a:ext cx="8088143" cy="2218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527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296E7-42FB-A2EF-14F8-B0A6083A2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 Quality Review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749EC5-A704-98E9-2567-2067B4889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011B-1F7B-4A4C-ACC0-0E0C6E0B1D0A}" type="datetime1">
              <a:rPr lang="en-US" altLang="zh-CN" smtClean="0"/>
              <a:t>4/15/25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EAAFC0-69CE-8FD0-F0AA-463F53DCD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pitchFamily="2" charset="0"/>
              </a:rPr>
              <a:t>CS598: Deep Learning with Graphs, Jiaxuan You</a:t>
            </a:r>
            <a:endParaRPr lang="en-US" i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A3EC30-9EEF-B573-B312-0A48BD453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CN" smtClean="0"/>
              <a:pPr/>
              <a:t>5</a:t>
            </a:fld>
            <a:endParaRPr lang="en-C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AA5935-3B0F-8DE3-3D6C-0B30A5F16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Overall suggestion</a:t>
            </a:r>
            <a:r>
              <a:rPr lang="en-US" dirty="0"/>
              <a:t>: Avoid vague statements. Back your claims with </a:t>
            </a:r>
            <a:r>
              <a:rPr lang="en-US" b="1" dirty="0"/>
              <a:t>evidence or examples.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Weak review: </a:t>
            </a:r>
            <a:r>
              <a:rPr lang="en-US" i="1" dirty="0"/>
              <a:t>"The experiments are insufficient."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Stronger review: </a:t>
            </a:r>
            <a:r>
              <a:rPr lang="en-US" i="1" dirty="0"/>
              <a:t>"The experiments focus only on synthetic data. Real-world datasets like ABC would provide stronger evidence for the method's generalizability.”</a:t>
            </a:r>
          </a:p>
          <a:p>
            <a:pPr>
              <a:buFont typeface="Arial" panose="020B0604020202020204" pitchFamily="34" charset="0"/>
              <a:buChar char="•"/>
            </a:pPr>
            <a:endParaRPr lang="en-US" i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Next: </a:t>
            </a:r>
            <a:r>
              <a:rPr lang="en-US" dirty="0"/>
              <a:t>We will do a walk through of a demo review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974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9CE77-31EF-186F-17C4-9EB6ECE95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 Quality Review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A2EB70-F2E0-BFD2-B012-7971B3561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011B-1F7B-4A4C-ACC0-0E0C6E0B1D0A}" type="datetime1">
              <a:rPr lang="en-US" altLang="zh-CN" smtClean="0"/>
              <a:t>4/15/25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D2C3CB-8EC1-508F-7AB5-E3E289612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pitchFamily="2" charset="0"/>
              </a:rPr>
              <a:t>CS598: Deep Learning with Graphs, Jiaxuan You</a:t>
            </a:r>
            <a:endParaRPr lang="en-US" i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8288F-86A0-02A9-4645-E1FF92798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CN" smtClean="0"/>
              <a:pPr/>
              <a:t>6</a:t>
            </a:fld>
            <a:endParaRPr lang="en-C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6AE606-A8DF-179D-1330-188F74C87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1 Summary</a:t>
            </a:r>
            <a:r>
              <a:rPr lang="en-US" dirty="0"/>
              <a:t>: Provide a brief, accurate summary of the paper, emphasizing its key contributions, methodology, and findings.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i="1" dirty="0"/>
              <a:t>"</a:t>
            </a:r>
            <a:r>
              <a:rPr lang="en-US" b="1" i="1" dirty="0"/>
              <a:t>This paper proposes </a:t>
            </a:r>
            <a:r>
              <a:rPr lang="en-US" i="1" dirty="0"/>
              <a:t>a novel method for optimizing transformer architectures using a learned attention pruning mechanism. </a:t>
            </a:r>
            <a:r>
              <a:rPr lang="en-US" b="1" i="1" dirty="0"/>
              <a:t>The authors demonstrate </a:t>
            </a:r>
            <a:r>
              <a:rPr lang="en-US" i="1" dirty="0"/>
              <a:t>improvements in both computational efficiency and downstream performance across three benchmark datasets."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015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1128F-22FB-9B85-55B8-F7095D54F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92A05-3442-77F7-FB93-4106D656F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 Quality Review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8BDA0D-8EEC-37C3-9AD5-E602D0D86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011B-1F7B-4A4C-ACC0-0E0C6E0B1D0A}" type="datetime1">
              <a:rPr lang="en-US" altLang="zh-CN" smtClean="0"/>
              <a:t>4/15/25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FF42E8-09FC-D90F-AC34-7D8034873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pitchFamily="2" charset="0"/>
              </a:rPr>
              <a:t>CS598: Deep Learning with Graphs, Jiaxuan You</a:t>
            </a:r>
            <a:endParaRPr lang="en-US" i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D9F414-01FC-2EBD-83B2-70D9512D6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CN" smtClean="0"/>
              <a:pPr/>
              <a:t>7</a:t>
            </a:fld>
            <a:endParaRPr lang="en-C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AF9871-BE00-7256-8BA1-2D84FE59D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2 Strengths</a:t>
            </a:r>
            <a:r>
              <a:rPr lang="en-US" dirty="0"/>
              <a:t>: Highlight the paper’s major contributions and strengths in detail.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i="1" dirty="0"/>
              <a:t>"The approach is </a:t>
            </a:r>
            <a:r>
              <a:rPr lang="en-US" b="1" i="1" dirty="0"/>
              <a:t>innovative</a:t>
            </a:r>
            <a:r>
              <a:rPr lang="en-US" i="1" dirty="0"/>
              <a:t> and addresses a </a:t>
            </a:r>
            <a:r>
              <a:rPr lang="en-US" b="1" i="1" dirty="0"/>
              <a:t>significant problem </a:t>
            </a:r>
            <a:r>
              <a:rPr lang="en-US" i="1" dirty="0"/>
              <a:t>in transformer scalability. The </a:t>
            </a:r>
            <a:r>
              <a:rPr lang="en-US" b="1" i="1" dirty="0"/>
              <a:t>experimental results are compelling</a:t>
            </a:r>
            <a:r>
              <a:rPr lang="en-US" i="1" dirty="0"/>
              <a:t>, with a 20% reduction in computational cost and consistent performance gains."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463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63BC3-6720-ACC5-270C-5E1EC1CE0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 Quality Review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7A6A62-6CB2-857E-4191-0960963F1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011B-1F7B-4A4C-ACC0-0E0C6E0B1D0A}" type="datetime1">
              <a:rPr lang="en-US" altLang="zh-CN" smtClean="0"/>
              <a:t>4/15/25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A9E210-47E0-CE8A-3D1F-57EC8CF08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pitchFamily="2" charset="0"/>
              </a:rPr>
              <a:t>CS598: Deep Learning with Graphs, Jiaxuan You</a:t>
            </a:r>
            <a:endParaRPr lang="en-US" i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6A09F4-AFF8-C5F8-94A7-CDD6654BC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CN" smtClean="0"/>
              <a:pPr/>
              <a:t>8</a:t>
            </a:fld>
            <a:endParaRPr lang="en-C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269450-DD03-3152-F39C-07917D0C3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3 Weaknesses</a:t>
            </a:r>
            <a:r>
              <a:rPr lang="en-US" dirty="0"/>
              <a:t>: Clearly state limitations or potential issues, such as incomplete comparisons, insufficient analysis, or unclear writing.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i="1" dirty="0"/>
              <a:t>"The method </a:t>
            </a:r>
            <a:r>
              <a:rPr lang="en-US" b="1" i="1" dirty="0"/>
              <a:t>lacks an ablation study </a:t>
            </a:r>
            <a:r>
              <a:rPr lang="en-US" i="1" dirty="0"/>
              <a:t>to disentangle the effects of the pruning mechanism from other components of the model."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234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006E3-F18B-0967-E0AA-F2C5D5ACD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 Quality Review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C06C99-6F46-A3AD-E1F1-DDD3F3EF0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8011B-1F7B-4A4C-ACC0-0E0C6E0B1D0A}" type="datetime1">
              <a:rPr lang="en-US" altLang="zh-CN" smtClean="0"/>
              <a:t>4/15/25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43FBF0-0E24-9E3F-642D-D58ECFEB2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pitchFamily="2" charset="0"/>
              </a:rPr>
              <a:t>CS598: Deep Learning with Graphs, Jiaxuan You</a:t>
            </a:r>
            <a:endParaRPr lang="en-US" i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0CE330-3D66-7AE8-E324-7C37FB504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CN" smtClean="0"/>
              <a:pPr/>
              <a:t>9</a:t>
            </a:fld>
            <a:endParaRPr lang="en-C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109E2D-BD55-6F2F-01C5-5D99655D9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4 Constructive Feedback</a:t>
            </a:r>
            <a:r>
              <a:rPr lang="en-US" dirty="0"/>
              <a:t>: Provide </a:t>
            </a:r>
            <a:r>
              <a:rPr lang="en-US" b="1" dirty="0"/>
              <a:t>actionable</a:t>
            </a:r>
            <a:r>
              <a:rPr lang="en-US" dirty="0"/>
              <a:t> suggestions for improvement.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</a:t>
            </a:r>
            <a:r>
              <a:rPr lang="en-US" i="1" dirty="0"/>
              <a:t>"Adding a comparison with recent pruning methods like XYZ et al. (2023) </a:t>
            </a:r>
            <a:r>
              <a:rPr lang="en-US" b="1" i="1" dirty="0"/>
              <a:t>would strengthen the claims</a:t>
            </a:r>
            <a:r>
              <a:rPr lang="en-US" i="1" dirty="0"/>
              <a:t>. Also, explaining why Dataset A was chosen over other common benchmarks </a:t>
            </a:r>
            <a:r>
              <a:rPr lang="en-US" b="1" i="1" dirty="0"/>
              <a:t>would</a:t>
            </a:r>
            <a:r>
              <a:rPr lang="en-US" i="1" dirty="0"/>
              <a:t> </a:t>
            </a:r>
            <a:r>
              <a:rPr lang="en-US" b="1" i="1" dirty="0"/>
              <a:t>improve clarity</a:t>
            </a:r>
            <a:r>
              <a:rPr lang="en-US" i="1" dirty="0"/>
              <a:t>."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302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195F8-A30A-4D11-E6F1-CF6DDF3AA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33820-F042-CB1F-A8E7-454119C79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Next: Rebuttal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67145E-46DC-572F-C364-C051F342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D59D-53B6-9E49-BA01-9FA5CE377201}" type="datetime1">
              <a:rPr lang="en-US" smtClean="0"/>
              <a:t>4/15/25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2C5EE-E60E-01C8-ECB8-AC91528B2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pitchFamily="2" charset="0"/>
              </a:rPr>
              <a:t>CS598: Topics in LLM Agents, Jiaxuan You</a:t>
            </a:r>
            <a:endParaRPr lang="en-US" i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B03D24-C6A2-8DAF-1335-205EF7188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CN" smtClean="0"/>
              <a:pPr/>
              <a:t>10</a:t>
            </a:fld>
            <a:endParaRPr lang="en-C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E3C21B-0815-F501-473B-2D586CE23D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most exciting (scary?) part of research project</a:t>
            </a:r>
          </a:p>
        </p:txBody>
      </p:sp>
      <p:pic>
        <p:nvPicPr>
          <p:cNvPr id="8" name="Picture 7" descr="A screenshot of a review&#10;&#10;Description automatically generated">
            <a:extLst>
              <a:ext uri="{FF2B5EF4-FFF2-40B4-BE49-F238E27FC236}">
                <a16:creationId xmlns:a16="http://schemas.microsoft.com/office/drawing/2014/main" id="{3307E990-2F87-DEE4-F938-EB451D71BE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44" y="2662570"/>
            <a:ext cx="4121239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0952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6561E-F147-B537-5417-7017C2FBB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C461F-D762-ED04-CC37-5A8440EA2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Next: Rebuttal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C7A614-18DC-253F-E695-0B561C883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D59D-53B6-9E49-BA01-9FA5CE377201}" type="datetime1">
              <a:rPr lang="en-US" smtClean="0"/>
              <a:t>4/15/25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F05955-4BBF-BD2B-2FC3-C09885CE5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pitchFamily="2" charset="0"/>
              </a:rPr>
              <a:t>CS598: Topics in LLM Agents, Jiaxuan You</a:t>
            </a:r>
            <a:endParaRPr lang="en-US" i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6BF66E-7301-2AF2-C740-A7AFD1176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CN" smtClean="0"/>
              <a:pPr/>
              <a:t>11</a:t>
            </a:fld>
            <a:endParaRPr lang="en-C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015021-4D25-7A33-7997-C1AD8B687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The most exciting (scary?) part of research project</a:t>
            </a:r>
          </a:p>
        </p:txBody>
      </p:sp>
      <p:pic>
        <p:nvPicPr>
          <p:cNvPr id="8" name="Picture 7" descr="A screenshot of a review&#10;&#10;Description automatically generated">
            <a:extLst>
              <a:ext uri="{FF2B5EF4-FFF2-40B4-BE49-F238E27FC236}">
                <a16:creationId xmlns:a16="http://schemas.microsoft.com/office/drawing/2014/main" id="{26F176FE-50F7-C293-55D8-30D63005A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344" y="2662570"/>
            <a:ext cx="4121239" cy="3657600"/>
          </a:xfrm>
          <a:prstGeom prst="rect">
            <a:avLst/>
          </a:prstGeom>
        </p:spPr>
      </p:pic>
      <p:pic>
        <p:nvPicPr>
          <p:cNvPr id="10" name="Picture 9" descr="A screenshot of a review&#10;&#10;Description automatically generated">
            <a:extLst>
              <a:ext uri="{FF2B5EF4-FFF2-40B4-BE49-F238E27FC236}">
                <a16:creationId xmlns:a16="http://schemas.microsoft.com/office/drawing/2014/main" id="{D024ACCB-6BB3-41FE-C503-38F4FDF442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0781" y="2662570"/>
            <a:ext cx="4325045" cy="3657600"/>
          </a:xfrm>
          <a:prstGeom prst="rect">
            <a:avLst/>
          </a:prstGeom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3A86BCAA-90AD-45FA-AA1D-228AE0C0113A}"/>
              </a:ext>
            </a:extLst>
          </p:cNvPr>
          <p:cNvSpPr/>
          <p:nvPr/>
        </p:nvSpPr>
        <p:spPr>
          <a:xfrm>
            <a:off x="5351220" y="4140200"/>
            <a:ext cx="1197429" cy="3701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032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989E6-8828-581A-FB51-0D1829FD2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Good Rebuttal Strategy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FBF97B-C1C2-F413-FEFB-0A56388EF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D59D-53B6-9E49-BA01-9FA5CE377201}" type="datetime1">
              <a:rPr lang="en-US" smtClean="0"/>
              <a:t>4/15/25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E41419-98D8-F5C8-6C87-6AF31F913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pitchFamily="2" charset="0"/>
              </a:rPr>
              <a:t>CS598: Topics in LLM Agents, Jiaxuan You</a:t>
            </a:r>
            <a:endParaRPr lang="en-US" i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35693-7D5F-2DC2-BD66-13F616077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CN" smtClean="0"/>
              <a:pPr/>
              <a:t>12</a:t>
            </a:fld>
            <a:endParaRPr lang="en-C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FEE787-7EB0-9B81-8FB7-0E4FA8320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505440" cy="5080000"/>
          </a:xfrm>
        </p:spPr>
        <p:txBody>
          <a:bodyPr/>
          <a:lstStyle/>
          <a:p>
            <a:r>
              <a:rPr lang="en-US" sz="3200" dirty="0"/>
              <a:t>Answer/satisfy whatever the reviewers expect you to do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108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71E3F-9D8E-69CC-6081-BB1330C05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369E7-EF8F-B947-F32A-2A8B69062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Good Rebuttal Strategy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965C3E-7A11-4B36-A430-5419E2B6C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D59D-53B6-9E49-BA01-9FA5CE377201}" type="datetime1">
              <a:rPr lang="en-US" smtClean="0"/>
              <a:t>4/15/25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6F3E5B-BF74-17B5-87D2-736CFF065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pitchFamily="2" charset="0"/>
              </a:rPr>
              <a:t>CS598: Topics in LLM Agents, Jiaxuan You</a:t>
            </a:r>
            <a:endParaRPr lang="en-US" i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9561DB-6833-3C44-2916-5A139B448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CN" smtClean="0"/>
              <a:pPr/>
              <a:t>13</a:t>
            </a:fld>
            <a:endParaRPr lang="en-C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DDCC47-7432-F967-8F62-8BE60ACE6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1054080" cy="5080000"/>
          </a:xfrm>
        </p:spPr>
        <p:txBody>
          <a:bodyPr/>
          <a:lstStyle/>
          <a:p>
            <a:r>
              <a:rPr lang="en-US" sz="3200" dirty="0"/>
              <a:t>Answer/satisfy whatever the reviewers expect you to do</a:t>
            </a:r>
          </a:p>
          <a:p>
            <a:endParaRPr lang="en-US" sz="3200" dirty="0"/>
          </a:p>
          <a:p>
            <a:r>
              <a:rPr lang="en-US" b="1" dirty="0"/>
              <a:t>A Common pitfall. Not the best strategy </a:t>
            </a:r>
            <a:r>
              <a:rPr lang="en-US" b="1" dirty="0">
                <a:sym typeface="Wingdings" pitchFamily="2" charset="2"/>
              </a:rPr>
              <a:t></a:t>
            </a:r>
          </a:p>
          <a:p>
            <a:r>
              <a:rPr lang="en-US" dirty="0">
                <a:sym typeface="Wingdings" pitchFamily="2" charset="2"/>
              </a:rPr>
              <a:t>Why?</a:t>
            </a:r>
          </a:p>
          <a:p>
            <a:pPr lvl="1"/>
            <a:r>
              <a:rPr lang="en-US" dirty="0">
                <a:sym typeface="Wingdings" pitchFamily="2" charset="2"/>
              </a:rPr>
              <a:t>Reviewers could be hostile, not all requests are reasonable</a:t>
            </a:r>
          </a:p>
          <a:p>
            <a:pPr lvl="1"/>
            <a:r>
              <a:rPr lang="en-US" dirty="0">
                <a:sym typeface="Wingdings" pitchFamily="2" charset="2"/>
              </a:rPr>
              <a:t>You acknowledge that your work is somewhat not ready</a:t>
            </a:r>
          </a:p>
          <a:p>
            <a:pPr lvl="1"/>
            <a:r>
              <a:rPr lang="en-US" dirty="0">
                <a:sym typeface="Wingdings" pitchFamily="2" charset="2"/>
              </a:rPr>
              <a:t>You might waste a lot of time and get discouraged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8840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1B281-988F-6FC3-D486-A06515D49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4C579-AA6E-BCE9-F1D4-AD51B45D6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Better Rebuttal Strategy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F4C10-1C92-CB8E-37E1-446563BB3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D59D-53B6-9E49-BA01-9FA5CE377201}" type="datetime1">
              <a:rPr lang="en-US" smtClean="0"/>
              <a:t>4/15/25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30E94B-0648-3DB5-C9A9-8C347526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pitchFamily="2" charset="0"/>
              </a:rPr>
              <a:t>CS598: Topics in LLM Agents, Jiaxuan You</a:t>
            </a:r>
            <a:endParaRPr lang="en-US" i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A9A585-AFB7-C70F-CCC4-EC32AC6AF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CN" smtClean="0"/>
              <a:pPr/>
              <a:t>14</a:t>
            </a:fld>
            <a:endParaRPr lang="en-C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58DBBB-2B8A-A581-01A6-331034995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160" y="1600200"/>
            <a:ext cx="11592560" cy="5080000"/>
          </a:xfrm>
        </p:spPr>
        <p:txBody>
          <a:bodyPr>
            <a:normAutofit/>
          </a:bodyPr>
          <a:lstStyle/>
          <a:p>
            <a:r>
              <a:rPr lang="en-US" sz="3200" dirty="0"/>
              <a:t>Answer/satisfy whatever the reviewers expect you to do </a:t>
            </a:r>
            <a:r>
              <a:rPr lang="en-US" sz="3200" b="1" dirty="0">
                <a:sym typeface="Wingdings" pitchFamily="2" charset="2"/>
              </a:rPr>
              <a:t></a:t>
            </a:r>
            <a:endParaRPr lang="en-US" sz="3200" dirty="0"/>
          </a:p>
          <a:p>
            <a:r>
              <a:rPr lang="en-US" sz="3200" dirty="0"/>
              <a:t>Defend yourself, explain why reviewers were wrong</a:t>
            </a:r>
            <a:r>
              <a:rPr lang="en-US" sz="3200" b="1" dirty="0"/>
              <a:t> </a:t>
            </a:r>
            <a:r>
              <a:rPr lang="en-US" sz="3200" b="1" dirty="0">
                <a:sym typeface="Wingdings" pitchFamily="2" charset="2"/>
              </a:rPr>
              <a:t></a:t>
            </a:r>
            <a:endParaRPr lang="en-US" sz="3200" dirty="0"/>
          </a:p>
          <a:p>
            <a:r>
              <a:rPr lang="en-US" dirty="0">
                <a:sym typeface="Wingdings" pitchFamily="2" charset="2"/>
              </a:rPr>
              <a:t>Why?</a:t>
            </a:r>
          </a:p>
          <a:p>
            <a:pPr lvl="1"/>
            <a:r>
              <a:rPr lang="en-US" dirty="0">
                <a:sym typeface="Wingdings" pitchFamily="2" charset="2"/>
              </a:rPr>
              <a:t>Showing that you are Professional, objective, yet hard to be bullied</a:t>
            </a:r>
          </a:p>
          <a:p>
            <a:pPr lvl="1"/>
            <a:r>
              <a:rPr lang="en-US" dirty="0">
                <a:sym typeface="Wingdings" pitchFamily="2" charset="2"/>
              </a:rPr>
              <a:t>You weren’t wrong – it’s the reviewers who didn’t understand</a:t>
            </a:r>
          </a:p>
          <a:p>
            <a:pPr lvl="1"/>
            <a:r>
              <a:rPr lang="en-US" dirty="0">
                <a:sym typeface="Wingdings" pitchFamily="2" charset="2"/>
              </a:rPr>
              <a:t>You can save some unnecessary efforts, and stay hopeful for your work</a:t>
            </a:r>
          </a:p>
          <a:p>
            <a:endParaRPr lang="en-US" dirty="0"/>
          </a:p>
          <a:p>
            <a:r>
              <a:rPr lang="en-US" b="1" dirty="0"/>
              <a:t>Next:</a:t>
            </a:r>
            <a:r>
              <a:rPr lang="en-US" dirty="0"/>
              <a:t> The </a:t>
            </a:r>
            <a:r>
              <a:rPr lang="en-US" b="1" dirty="0"/>
              <a:t>RAG Strategy for Rebuttal</a:t>
            </a:r>
            <a:r>
              <a:rPr lang="en-US" dirty="0"/>
              <a:t> – “patent” from U Lab </a:t>
            </a:r>
            <a:r>
              <a:rPr lang="en-US" dirty="0">
                <a:sym typeface="Wingdings" pitchFamily="2" charset="2"/>
              </a:rPr>
              <a:t></a:t>
            </a:r>
          </a:p>
          <a:p>
            <a:pPr lvl="1"/>
            <a:r>
              <a:rPr lang="en-US" dirty="0">
                <a:sym typeface="Wingdings" pitchFamily="2" charset="2"/>
              </a:rPr>
              <a:t>All my 10 1</a:t>
            </a:r>
            <a:r>
              <a:rPr lang="en-US" baseline="30000" dirty="0">
                <a:sym typeface="Wingdings" pitchFamily="2" charset="2"/>
              </a:rPr>
              <a:t>st</a:t>
            </a:r>
            <a:r>
              <a:rPr lang="en-US" dirty="0">
                <a:sym typeface="Wingdings" pitchFamily="2" charset="2"/>
              </a:rPr>
              <a:t> author papers during my PhD were directly accepted (Could never </a:t>
            </a:r>
            <a:r>
              <a:rPr lang="en-US">
                <a:sym typeface="Wingdings" pitchFamily="2" charset="2"/>
              </a:rPr>
              <a:t>be reproduced now)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7093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0D0B1-02F9-84DF-4CA9-42CD23E66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“RAG” Strategy for Rebuttal – “Patent” from U Lab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278812-54A3-22D6-FCED-1838C7BB2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D59D-53B6-9E49-BA01-9FA5CE377201}" type="datetime1">
              <a:rPr lang="en-US" smtClean="0"/>
              <a:t>4/15/25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C2B69-1F47-EEA4-7AF0-29DA0C650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pitchFamily="2" charset="0"/>
              </a:rPr>
              <a:t>CS598: Topics in LLM Agents, Jiaxuan You</a:t>
            </a:r>
            <a:endParaRPr lang="en-US" i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CAD630-18F9-494B-A69E-4CCFBD8D3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CN" smtClean="0"/>
              <a:pPr/>
              <a:t>15</a:t>
            </a:fld>
            <a:endParaRPr lang="en-CN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3AB69209-6CEA-69A9-3934-D8B6CD5CF69B}"/>
              </a:ext>
            </a:extLst>
          </p:cNvPr>
          <p:cNvSpPr txBox="1">
            <a:spLocks/>
          </p:cNvSpPr>
          <p:nvPr/>
        </p:nvSpPr>
        <p:spPr>
          <a:xfrm>
            <a:off x="812800" y="1465883"/>
            <a:ext cx="10972800" cy="5080000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>
            <a:lvl1pPr marL="342892" indent="-342892" algn="l" defTabSz="914378" rtl="0" eaLnBrk="1" latinLnBrk="0" hangingPunct="1">
              <a:spcBef>
                <a:spcPct val="20000"/>
              </a:spcBef>
              <a:buClr>
                <a:srgbClr val="FF5F05"/>
              </a:buClr>
              <a:buFont typeface="Wingdings" pitchFamily="2" charset="2"/>
              <a:buChar char="§"/>
              <a:defRPr lang="en-US" sz="2800" b="0" i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Helvetica Neue Light" charset="0"/>
                <a:cs typeface="Calibri" panose="020F0502020204030204" pitchFamily="34" charset="0"/>
              </a:defRPr>
            </a:lvl1pPr>
            <a:lvl2pPr marL="742931" indent="-285743" algn="l" defTabSz="914378" rtl="0" eaLnBrk="1" latinLnBrk="0" hangingPunct="1">
              <a:spcBef>
                <a:spcPct val="20000"/>
              </a:spcBef>
              <a:buClr>
                <a:srgbClr val="FF5F05"/>
              </a:buClr>
              <a:buFont typeface="Wingdings" charset="2"/>
              <a:buChar char="§"/>
              <a:defRPr lang="en-US" sz="2600" b="0" i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Helvetica Neue Light" charset="0"/>
                <a:cs typeface="Calibri" panose="020F0502020204030204" pitchFamily="34" charset="0"/>
              </a:defRPr>
            </a:lvl2pPr>
            <a:lvl3pPr marL="1142972" indent="-228594" algn="l" defTabSz="914378" rtl="0" eaLnBrk="1" latinLnBrk="0" hangingPunct="1">
              <a:spcBef>
                <a:spcPct val="20000"/>
              </a:spcBef>
              <a:buClr>
                <a:srgbClr val="FF5F05"/>
              </a:buClr>
              <a:buFont typeface="Wingdings" charset="2"/>
              <a:buChar char="§"/>
              <a:defRPr lang="en-US" sz="2400" b="0" i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Helvetica Neue Light" charset="0"/>
                <a:cs typeface="Calibri" panose="020F0502020204030204" pitchFamily="34" charset="0"/>
              </a:defRPr>
            </a:lvl3pPr>
            <a:lvl4pPr marL="1600160" indent="-228594" algn="l" defTabSz="914378" rtl="0" eaLnBrk="1" latinLnBrk="0" hangingPunct="1">
              <a:spcBef>
                <a:spcPct val="20000"/>
              </a:spcBef>
              <a:buClr>
                <a:srgbClr val="FF5F05"/>
              </a:buClr>
              <a:buFont typeface="Wingdings" pitchFamily="2" charset="2"/>
              <a:buChar char="§"/>
              <a:defRPr lang="en-US" sz="2000" b="0" i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Helvetica Neue Light" charset="0"/>
                <a:cs typeface="Calibri" panose="020F0502020204030204" pitchFamily="34" charset="0"/>
              </a:defRPr>
            </a:lvl4pPr>
            <a:lvl5pPr marL="2057348" indent="-228594" algn="l" defTabSz="914378" rtl="0" eaLnBrk="1" latinLnBrk="0" hangingPunct="1">
              <a:spcBef>
                <a:spcPct val="20000"/>
              </a:spcBef>
              <a:buFont typeface="Arial" pitchFamily="34" charset="0"/>
              <a:buChar char="»"/>
              <a:defRPr lang="en-US" sz="1800" b="0" i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Helvetica Neue Light" charset="0"/>
                <a:cs typeface="Calibri" panose="020F0502020204030204" pitchFamily="34" charset="0"/>
              </a:defRPr>
            </a:lvl5pPr>
            <a:lvl6pPr marL="2514537" indent="-228594" algn="l" defTabSz="91437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5" indent="-228594" algn="l" defTabSz="91437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Imagine yourself as an LLM agent – Retrieve, Argue, Generate </a:t>
            </a:r>
            <a:r>
              <a:rPr lang="en-US" b="1" dirty="0"/>
              <a:t>(RAG)</a:t>
            </a:r>
          </a:p>
          <a:p>
            <a:r>
              <a:rPr lang="en-US" b="1" dirty="0">
                <a:solidFill>
                  <a:schemeClr val="accent1"/>
                </a:solidFill>
              </a:rPr>
              <a:t>Retrieve</a:t>
            </a:r>
            <a:r>
              <a:rPr lang="en-US" dirty="0">
                <a:solidFill>
                  <a:schemeClr val="accent1"/>
                </a:solidFill>
              </a:rPr>
              <a:t> evidence</a:t>
            </a:r>
          </a:p>
          <a:p>
            <a:pPr lvl="1"/>
            <a:r>
              <a:rPr lang="en-US" dirty="0"/>
              <a:t>From your paper: </a:t>
            </a:r>
            <a:r>
              <a:rPr lang="en-US" i="1" dirty="0"/>
              <a:t>Line xxx to xxx, Figure xxx, Table xxx</a:t>
            </a:r>
          </a:p>
          <a:p>
            <a:pPr lvl="1"/>
            <a:r>
              <a:rPr lang="en-US" dirty="0"/>
              <a:t>From other papers: </a:t>
            </a:r>
            <a:r>
              <a:rPr lang="en-US" i="1" dirty="0"/>
              <a:t>Relevant works, famous works</a:t>
            </a:r>
          </a:p>
          <a:p>
            <a:r>
              <a:rPr lang="en-US" b="1" dirty="0">
                <a:solidFill>
                  <a:schemeClr val="accent6"/>
                </a:solidFill>
              </a:rPr>
              <a:t>Argue</a:t>
            </a:r>
            <a:r>
              <a:rPr lang="en-US" dirty="0">
                <a:solidFill>
                  <a:schemeClr val="accent6"/>
                </a:solidFill>
              </a:rPr>
              <a:t> why you were right and the reviewer were wrong</a:t>
            </a:r>
          </a:p>
          <a:p>
            <a:pPr lvl="1"/>
            <a:r>
              <a:rPr lang="en-US" i="1" dirty="0"/>
              <a:t>They neglected something, Wrong statement, Request not reasonable, …</a:t>
            </a:r>
          </a:p>
          <a:p>
            <a:r>
              <a:rPr lang="en-US" b="1" dirty="0">
                <a:solidFill>
                  <a:srgbClr val="C00000"/>
                </a:solidFill>
              </a:rPr>
              <a:t>Generate</a:t>
            </a:r>
            <a:r>
              <a:rPr lang="en-US" dirty="0">
                <a:solidFill>
                  <a:srgbClr val="C00000"/>
                </a:solidFill>
              </a:rPr>
              <a:t> action </a:t>
            </a:r>
          </a:p>
          <a:p>
            <a:pPr lvl="1"/>
            <a:r>
              <a:rPr lang="en-US" dirty="0"/>
              <a:t>Summarize your points. </a:t>
            </a:r>
            <a:r>
              <a:rPr lang="en-US" i="1" dirty="0"/>
              <a:t>Promise to improve your writing.</a:t>
            </a:r>
          </a:p>
          <a:p>
            <a:pPr lvl="1"/>
            <a:r>
              <a:rPr lang="en-US" dirty="0"/>
              <a:t>Run experiment. </a:t>
            </a:r>
            <a:r>
              <a:rPr lang="en-US" i="1" dirty="0"/>
              <a:t>Add new results.</a:t>
            </a:r>
          </a:p>
        </p:txBody>
      </p:sp>
    </p:spTree>
    <p:extLst>
      <p:ext uri="{BB962C8B-B14F-4D97-AF65-F5344CB8AC3E}">
        <p14:creationId xmlns:p14="http://schemas.microsoft.com/office/powerpoint/2010/main" val="22658737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83115-B749-9D4F-8093-E4CD35CF4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Rebuttal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FAED9-36D8-49F3-0911-676910709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D59D-53B6-9E49-BA01-9FA5CE377201}" type="datetime1">
              <a:rPr lang="en-US" smtClean="0"/>
              <a:t>4/15/25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D3D60D-E6B2-A2A7-758F-1BCD6328F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pitchFamily="2" charset="0"/>
              </a:rPr>
              <a:t>CS598: Topics in LLM Agents, Jiaxuan You</a:t>
            </a:r>
            <a:endParaRPr lang="en-US" i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2F382-4AA6-AA9D-FED4-F8A24C2B4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CN" smtClean="0"/>
              <a:pPr/>
              <a:t>16</a:t>
            </a:fld>
            <a:endParaRPr lang="en-C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733135-C8A0-5FEB-1F89-54CF5CC33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0" dirty="0">
                <a:solidFill>
                  <a:srgbClr val="2C3A4A"/>
                </a:solidFill>
                <a:effectLst/>
                <a:latin typeface="__Noto_Sans_086c6e"/>
              </a:rPr>
              <a:t>Review: Missing </a:t>
            </a:r>
            <a:r>
              <a:rPr lang="en-US" b="1" dirty="0">
                <a:solidFill>
                  <a:srgbClr val="2C3A4A"/>
                </a:solidFill>
                <a:latin typeface="__Noto_Sans_086c6e"/>
              </a:rPr>
              <a:t>d</a:t>
            </a:r>
            <a:r>
              <a:rPr lang="en-US" b="1" i="0" dirty="0">
                <a:solidFill>
                  <a:srgbClr val="2C3A4A"/>
                </a:solidFill>
                <a:effectLst/>
                <a:latin typeface="__Noto_Sans_086c6e"/>
              </a:rPr>
              <a:t>etails</a:t>
            </a:r>
            <a:endParaRPr lang="en-US" dirty="0"/>
          </a:p>
          <a:p>
            <a:r>
              <a:rPr lang="en-US" dirty="0"/>
              <a:t>Thanks for the comments. The settings for the baselines primarily follow LLAGA </a:t>
            </a:r>
            <a:r>
              <a:rPr lang="en-US" dirty="0">
                <a:solidFill>
                  <a:schemeClr val="accent1"/>
                </a:solidFill>
              </a:rPr>
              <a:t>(Chen et al., 2024a) </a:t>
            </a:r>
            <a:r>
              <a:rPr lang="en-US" dirty="0"/>
              <a:t>and OFA </a:t>
            </a:r>
            <a:r>
              <a:rPr lang="en-US" dirty="0">
                <a:solidFill>
                  <a:schemeClr val="accent1"/>
                </a:solidFill>
              </a:rPr>
              <a:t>(Liu et al., 2023a). </a:t>
            </a:r>
            <a:r>
              <a:rPr lang="en-US" dirty="0"/>
              <a:t>As stated in </a:t>
            </a:r>
            <a:r>
              <a:rPr lang="en-US" dirty="0">
                <a:solidFill>
                  <a:schemeClr val="accent1"/>
                </a:solidFill>
              </a:rPr>
              <a:t>Appendix A.3</a:t>
            </a:r>
            <a:r>
              <a:rPr lang="en-US" dirty="0"/>
              <a:t>, we </a:t>
            </a:r>
            <a:r>
              <a:rPr lang="en-US" dirty="0">
                <a:solidFill>
                  <a:schemeClr val="accent6"/>
                </a:solidFill>
              </a:rPr>
              <a:t>converted all nodes and labels in the Cora, PubMed</a:t>
            </a:r>
            <a:r>
              <a:rPr lang="en-US" dirty="0"/>
              <a:t>, and HIV datasets into text. For all methods, we use BERT to obtain text embedding. We divide all datasets into training, validation, and test sets in an 8:1:1 ratio. </a:t>
            </a:r>
            <a:r>
              <a:rPr lang="en-US" dirty="0">
                <a:solidFill>
                  <a:srgbClr val="C00000"/>
                </a:solidFill>
              </a:rPr>
              <a:t>We will add these details to the next version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b="1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Retrieve</a:t>
            </a:r>
            <a:r>
              <a:rPr lang="en-US" dirty="0">
                <a:solidFill>
                  <a:schemeClr val="accent1"/>
                </a:solidFill>
              </a:rPr>
              <a:t> evidence		</a:t>
            </a:r>
            <a:r>
              <a:rPr lang="en-US" b="1" dirty="0">
                <a:solidFill>
                  <a:schemeClr val="accent6"/>
                </a:solidFill>
              </a:rPr>
              <a:t> Argue </a:t>
            </a:r>
            <a:r>
              <a:rPr lang="en-US" dirty="0">
                <a:solidFill>
                  <a:schemeClr val="accent6"/>
                </a:solidFill>
              </a:rPr>
              <a:t>your point		</a:t>
            </a:r>
            <a:r>
              <a:rPr lang="en-US" b="1" dirty="0">
                <a:solidFill>
                  <a:srgbClr val="C00000"/>
                </a:solidFill>
              </a:rPr>
              <a:t>Generate</a:t>
            </a:r>
            <a:r>
              <a:rPr lang="en-US" dirty="0">
                <a:solidFill>
                  <a:srgbClr val="C00000"/>
                </a:solidFill>
              </a:rPr>
              <a:t> action </a:t>
            </a:r>
            <a:endParaRPr lang="en-US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154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9E5F4-0CBB-A162-55DD-9064592DB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5A790-7130-2EEB-E0B4-82F875785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Rebuttal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107548-5F1D-E8FD-6535-0CC07D86E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BD59D-53B6-9E49-BA01-9FA5CE377201}" type="datetime1">
              <a:rPr lang="en-US" smtClean="0"/>
              <a:t>4/15/25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3935AC-CD19-5A3A-FDC1-AA9FEC38A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i="1">
                <a:ea typeface="Helvetica Neue" panose="02000503000000020004" pitchFamily="2" charset="0"/>
              </a:rPr>
              <a:t>CS598: Topics in LLM Agents, Jiaxuan You</a:t>
            </a:r>
            <a:endParaRPr lang="en-US" i="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418013-2BFF-67FF-10F1-444CACBA6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67013-DFFC-4352-B274-32112D0CCE19}" type="slidenum">
              <a:rPr lang="en-CN" smtClean="0"/>
              <a:pPr/>
              <a:t>17</a:t>
            </a:fld>
            <a:endParaRPr lang="en-C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538F8A-A31E-5DF5-CB36-290DEC8B6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88076"/>
            <a:ext cx="10972800" cy="5492124"/>
          </a:xfrm>
        </p:spPr>
        <p:txBody>
          <a:bodyPr>
            <a:normAutofit lnSpcReduction="10000"/>
          </a:bodyPr>
          <a:lstStyle/>
          <a:p>
            <a:pPr algn="l"/>
            <a:r>
              <a:rPr lang="en-US" b="1" i="0" dirty="0">
                <a:solidFill>
                  <a:srgbClr val="2C3A4A"/>
                </a:solidFill>
                <a:effectLst/>
                <a:latin typeface="__Noto_Sans_086c6e"/>
              </a:rPr>
              <a:t>Review. Can the author supplement the baseline that tuned on the task-specific dataset</a:t>
            </a:r>
            <a:endParaRPr lang="en-US" b="0" i="0" dirty="0">
              <a:solidFill>
                <a:srgbClr val="333333"/>
              </a:solidFill>
              <a:effectLst/>
              <a:latin typeface="__Noto_Sans_086c6e"/>
            </a:endParaRPr>
          </a:p>
          <a:p>
            <a:pPr algn="l"/>
            <a:r>
              <a:rPr lang="en-US" b="0" i="0" dirty="0">
                <a:solidFill>
                  <a:srgbClr val="333333"/>
                </a:solidFill>
                <a:effectLst/>
                <a:latin typeface="__Noto_Sans_086c6e"/>
              </a:rPr>
              <a:t>Indeed, we have detailed the specific settings of the baselines for </a:t>
            </a:r>
            <a:r>
              <a:rPr lang="en-US" b="0" i="0" dirty="0">
                <a:solidFill>
                  <a:schemeClr val="accent1"/>
                </a:solidFill>
                <a:effectLst/>
                <a:latin typeface="__Noto_Sans_086c6e"/>
              </a:rPr>
              <a:t>Table 6</a:t>
            </a:r>
            <a:r>
              <a:rPr lang="en-US" b="0" i="0" dirty="0">
                <a:solidFill>
                  <a:srgbClr val="333333"/>
                </a:solidFill>
                <a:effectLst/>
                <a:latin typeface="__Noto_Sans_086c6e"/>
              </a:rPr>
              <a:t> in </a:t>
            </a:r>
            <a:r>
              <a:rPr lang="en-US" b="0" i="0" dirty="0">
                <a:solidFill>
                  <a:schemeClr val="accent1"/>
                </a:solidFill>
                <a:effectLst/>
                <a:latin typeface="__Noto_Sans_086c6e"/>
              </a:rPr>
              <a:t>Appendix A.4 (</a:t>
            </a:r>
            <a:r>
              <a:rPr lang="en-US" b="1" i="1" dirty="0">
                <a:solidFill>
                  <a:schemeClr val="accent1"/>
                </a:solidFill>
                <a:effectLst/>
                <a:latin typeface="__Noto_Sans_086c6e"/>
              </a:rPr>
              <a:t>[lines 779-796]</a:t>
            </a:r>
            <a:r>
              <a:rPr lang="en-US" b="0" i="0" dirty="0">
                <a:solidFill>
                  <a:srgbClr val="333333"/>
                </a:solidFill>
                <a:effectLst/>
                <a:latin typeface="__Noto_Sans_086c6e"/>
              </a:rPr>
              <a:t>). We primarily selected three classic agent baselines for comparison: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__Noto_Sans_086c6e"/>
              </a:rPr>
              <a:t>CoT</a:t>
            </a:r>
            <a:r>
              <a:rPr lang="en-US" b="0" i="0" dirty="0">
                <a:solidFill>
                  <a:srgbClr val="333333"/>
                </a:solidFill>
                <a:effectLst/>
                <a:latin typeface="__Noto_Sans_086c6e"/>
              </a:rPr>
              <a:t>,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__Noto_Sans_086c6e"/>
              </a:rPr>
              <a:t>ToT</a:t>
            </a:r>
            <a:r>
              <a:rPr lang="en-US" b="0" i="0" dirty="0">
                <a:solidFill>
                  <a:srgbClr val="333333"/>
                </a:solidFill>
                <a:effectLst/>
                <a:latin typeface="__Noto_Sans_086c6e"/>
              </a:rPr>
              <a:t>, and Few-shots. Although these baselines were not additionally fine-tuned on this dataset, the results of GWM shown in </a:t>
            </a:r>
            <a:r>
              <a:rPr lang="en-US" b="0" i="0" dirty="0">
                <a:solidFill>
                  <a:schemeClr val="accent1"/>
                </a:solidFill>
                <a:effectLst/>
                <a:latin typeface="__Noto_Sans_086c6e"/>
              </a:rPr>
              <a:t>Figure 6</a:t>
            </a:r>
            <a:r>
              <a:rPr lang="en-US" b="0" i="0" dirty="0">
                <a:solidFill>
                  <a:srgbClr val="333333"/>
                </a:solidFill>
                <a:effectLst/>
                <a:latin typeface="__Noto_Sans_086c6e"/>
              </a:rPr>
              <a:t>, as described in</a:t>
            </a:r>
            <a:r>
              <a:rPr lang="en-US" b="0" i="0" dirty="0">
                <a:solidFill>
                  <a:schemeClr val="accent1"/>
                </a:solidFill>
                <a:effectLst/>
                <a:latin typeface="__Noto_Sans_086c6e"/>
              </a:rPr>
              <a:t> </a:t>
            </a:r>
            <a:r>
              <a:rPr lang="en-US" b="1" i="1" dirty="0">
                <a:solidFill>
                  <a:schemeClr val="accent1"/>
                </a:solidFill>
                <a:effectLst/>
                <a:latin typeface="__Noto_Sans_086c6e"/>
              </a:rPr>
              <a:t>[lines 382-384]</a:t>
            </a:r>
            <a:r>
              <a:rPr lang="en-US" b="0" i="0" dirty="0">
                <a:solidFill>
                  <a:schemeClr val="accent1"/>
                </a:solidFill>
                <a:effectLst/>
                <a:latin typeface="__Noto_Sans_086c6e"/>
              </a:rPr>
              <a:t>, </a:t>
            </a:r>
            <a:r>
              <a:rPr lang="en-US" b="0" i="0" dirty="0">
                <a:solidFill>
                  <a:srgbClr val="333333"/>
                </a:solidFill>
                <a:effectLst/>
                <a:latin typeface="__Noto_Sans_086c6e"/>
              </a:rPr>
              <a:t>were also not additionally fine-tuned. Therefore, </a:t>
            </a:r>
            <a:r>
              <a:rPr lang="en-US" b="0" i="0" dirty="0">
                <a:solidFill>
                  <a:schemeClr val="accent6"/>
                </a:solidFill>
                <a:effectLst/>
                <a:latin typeface="__Noto_Sans_086c6e"/>
              </a:rPr>
              <a:t>from this perspective, the comparison between GWM and the baselines is fair</a:t>
            </a:r>
            <a:r>
              <a:rPr lang="en-US" b="0" i="0" dirty="0">
                <a:solidFill>
                  <a:srgbClr val="333333"/>
                </a:solidFill>
                <a:effectLst/>
                <a:latin typeface="__Noto_Sans_086c6e"/>
              </a:rPr>
              <a:t>. However, following the reviewer's suggestion, </a:t>
            </a:r>
            <a:r>
              <a:rPr lang="en-US" b="0" i="0" dirty="0">
                <a:solidFill>
                  <a:srgbClr val="C00000"/>
                </a:solidFill>
                <a:effectLst/>
                <a:latin typeface="__Noto_Sans_086c6e"/>
              </a:rPr>
              <a:t>we added 2 new experiments to compare two baselines</a:t>
            </a:r>
            <a:r>
              <a:rPr lang="en-US" b="0" i="0" dirty="0">
                <a:solidFill>
                  <a:srgbClr val="333333"/>
                </a:solidFill>
                <a:effectLst/>
                <a:latin typeface="__Noto_Sans_086c6e"/>
              </a:rPr>
              <a:t> fine-tuned on </a:t>
            </a:r>
            <a:r>
              <a:rPr lang="en-US" b="0" i="0" dirty="0" err="1">
                <a:solidFill>
                  <a:srgbClr val="333333"/>
                </a:solidFill>
                <a:effectLst/>
                <a:latin typeface="__Noto_Sans_086c6e"/>
              </a:rPr>
              <a:t>AgentClinic</a:t>
            </a:r>
            <a:r>
              <a:rPr lang="en-US" b="0" i="0" dirty="0">
                <a:solidFill>
                  <a:srgbClr val="333333"/>
                </a:solidFill>
                <a:effectLst/>
                <a:latin typeface="__Noto_Sans_086c6e"/>
              </a:rPr>
              <a:t>: FT is a baseline finetuned on the task using the Llama-3-8B model.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/>
                </a:solidFill>
              </a:rPr>
              <a:t>Retrieve</a:t>
            </a:r>
            <a:r>
              <a:rPr lang="en-US" dirty="0">
                <a:solidFill>
                  <a:schemeClr val="accent1"/>
                </a:solidFill>
              </a:rPr>
              <a:t> evidence		</a:t>
            </a:r>
            <a:r>
              <a:rPr lang="en-US" b="1" dirty="0">
                <a:solidFill>
                  <a:schemeClr val="accent6"/>
                </a:solidFill>
              </a:rPr>
              <a:t> Argue </a:t>
            </a:r>
            <a:r>
              <a:rPr lang="en-US" dirty="0">
                <a:solidFill>
                  <a:schemeClr val="accent6"/>
                </a:solidFill>
              </a:rPr>
              <a:t>your point		</a:t>
            </a:r>
            <a:r>
              <a:rPr lang="en-US" b="1" dirty="0">
                <a:solidFill>
                  <a:srgbClr val="C00000"/>
                </a:solidFill>
              </a:rPr>
              <a:t>Generate</a:t>
            </a:r>
            <a:r>
              <a:rPr lang="en-US" dirty="0">
                <a:solidFill>
                  <a:srgbClr val="C00000"/>
                </a:solidFill>
              </a:rPr>
              <a:t> action 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200278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2000" dirty="0">
            <a:latin typeface="Calibri" panose="020F0502020204030204" pitchFamily="34" charset="0"/>
            <a:ea typeface="Helvetica Neue Light" charset="0"/>
            <a:cs typeface="Calibri" panose="020F050202020403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1223</Words>
  <Application>Microsoft Macintosh PowerPoint</Application>
  <PresentationFormat>Widescreen</PresentationFormat>
  <Paragraphs>145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__Noto_Sans_086c6e</vt:lpstr>
      <vt:lpstr>Arial</vt:lpstr>
      <vt:lpstr>Calibri</vt:lpstr>
      <vt:lpstr>Corbel</vt:lpstr>
      <vt:lpstr>Helvetica Neue</vt:lpstr>
      <vt:lpstr>Wingdings</vt:lpstr>
      <vt:lpstr>1_Office Theme</vt:lpstr>
      <vt:lpstr>Tips for Review and Rebuttal</vt:lpstr>
      <vt:lpstr>Reminder: Project Due Tomorrow</vt:lpstr>
      <vt:lpstr>Reminder: Project Due Tomorrow</vt:lpstr>
      <vt:lpstr>Submission Made, What’s Next?</vt:lpstr>
      <vt:lpstr>High Quality Review</vt:lpstr>
      <vt:lpstr>High Quality Review</vt:lpstr>
      <vt:lpstr>High Quality Review</vt:lpstr>
      <vt:lpstr>High Quality Review</vt:lpstr>
      <vt:lpstr>High Quality Review</vt:lpstr>
      <vt:lpstr>Next: Rebuttal</vt:lpstr>
      <vt:lpstr>Next: Rebuttal</vt:lpstr>
      <vt:lpstr>A Good Rebuttal Strategy</vt:lpstr>
      <vt:lpstr>A Good Rebuttal Strategy</vt:lpstr>
      <vt:lpstr>A Better Rebuttal Strategy</vt:lpstr>
      <vt:lpstr>“RAG” Strategy for Rebuttal – “Patent” from U Lab</vt:lpstr>
      <vt:lpstr>Example Rebuttal</vt:lpstr>
      <vt:lpstr>Example Rebuttal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jure</dc:creator>
  <cp:lastModifiedBy>You, Jiaxuan</cp:lastModifiedBy>
  <cp:revision>1</cp:revision>
  <cp:lastPrinted>2023-02-07T11:43:19Z</cp:lastPrinted>
  <dcterms:created xsi:type="dcterms:W3CDTF">2009-06-12T17:14:38Z</dcterms:created>
  <dcterms:modified xsi:type="dcterms:W3CDTF">2025-04-15T20:28:18Z</dcterms:modified>
</cp:coreProperties>
</file>